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7" r:id="rId4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9638D0-BF03-422A-AB9E-E58AC7598F32}" v="10" dt="2026-07-14T19:07:32.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ar Sierra" userId="7dc82cb85a53f633" providerId="LiveId" clId="{81D46090-3CCD-476E-8AA3-852B76874241}"/>
    <pc:docChg chg="custSel addSld modSld modMainMaster">
      <pc:chgData name="Omar Sierra" userId="7dc82cb85a53f633" providerId="LiveId" clId="{81D46090-3CCD-476E-8AA3-852B76874241}" dt="2026-07-14T19:07:36.536" v="930" actId="478"/>
      <pc:docMkLst>
        <pc:docMk/>
      </pc:docMkLst>
      <pc:sldChg chg="addSp delSp modSp mod">
        <pc:chgData name="Omar Sierra" userId="7dc82cb85a53f633" providerId="LiveId" clId="{81D46090-3CCD-476E-8AA3-852B76874241}" dt="2026-07-14T18:27:20.126" v="105" actId="1076"/>
        <pc:sldMkLst>
          <pc:docMk/>
          <pc:sldMk cId="0" sldId="256"/>
        </pc:sldMkLst>
        <pc:spChg chg="mod">
          <ac:chgData name="Omar Sierra" userId="7dc82cb85a53f633" providerId="LiveId" clId="{81D46090-3CCD-476E-8AA3-852B76874241}" dt="2026-07-14T18:20:09.314" v="1" actId="14100"/>
          <ac:spMkLst>
            <pc:docMk/>
            <pc:sldMk cId="0" sldId="256"/>
            <ac:spMk id="5" creationId="{00000000-0000-0000-0000-000000000000}"/>
          </ac:spMkLst>
        </pc:spChg>
        <pc:spChg chg="del">
          <ac:chgData name="Omar Sierra" userId="7dc82cb85a53f633" providerId="LiveId" clId="{81D46090-3CCD-476E-8AA3-852B76874241}" dt="2026-07-14T18:20:04.973" v="0" actId="478"/>
          <ac:spMkLst>
            <pc:docMk/>
            <pc:sldMk cId="0" sldId="256"/>
            <ac:spMk id="9" creationId="{00000000-0000-0000-0000-000000000000}"/>
          </ac:spMkLst>
        </pc:spChg>
        <pc:picChg chg="del mod">
          <ac:chgData name="Omar Sierra" userId="7dc82cb85a53f633" providerId="LiveId" clId="{81D46090-3CCD-476E-8AA3-852B76874241}" dt="2026-07-14T18:20:51.493" v="75" actId="478"/>
          <ac:picMkLst>
            <pc:docMk/>
            <pc:sldMk cId="0" sldId="256"/>
            <ac:picMk id="10" creationId="{00000000-0000-0000-0000-000000000000}"/>
          </ac:picMkLst>
        </pc:picChg>
        <pc:picChg chg="add del mod">
          <ac:chgData name="Omar Sierra" userId="7dc82cb85a53f633" providerId="LiveId" clId="{81D46090-3CCD-476E-8AA3-852B76874241}" dt="2026-07-14T18:26:54.077" v="99" actId="478"/>
          <ac:picMkLst>
            <pc:docMk/>
            <pc:sldMk cId="0" sldId="256"/>
            <ac:picMk id="12" creationId="{C8CD7D1F-81FD-554A-85B6-20FC69E511D2}"/>
          </ac:picMkLst>
        </pc:picChg>
        <pc:picChg chg="add mod">
          <ac:chgData name="Omar Sierra" userId="7dc82cb85a53f633" providerId="LiveId" clId="{81D46090-3CCD-476E-8AA3-852B76874241}" dt="2026-07-14T18:21:34.830" v="86" actId="1076"/>
          <ac:picMkLst>
            <pc:docMk/>
            <pc:sldMk cId="0" sldId="256"/>
            <ac:picMk id="14" creationId="{AAC910B5-1F79-B255-CAF1-669F23EF999E}"/>
          </ac:picMkLst>
        </pc:picChg>
        <pc:picChg chg="add del mod">
          <ac:chgData name="Omar Sierra" userId="7dc82cb85a53f633" providerId="LiveId" clId="{81D46090-3CCD-476E-8AA3-852B76874241}" dt="2026-07-14T18:27:04.178" v="101" actId="478"/>
          <ac:picMkLst>
            <pc:docMk/>
            <pc:sldMk cId="0" sldId="256"/>
            <ac:picMk id="16" creationId="{F15887B9-289C-5C47-0D72-CA1B489D9972}"/>
          </ac:picMkLst>
        </pc:picChg>
        <pc:picChg chg="add mod">
          <ac:chgData name="Omar Sierra" userId="7dc82cb85a53f633" providerId="LiveId" clId="{81D46090-3CCD-476E-8AA3-852B76874241}" dt="2026-07-14T18:27:20.126" v="105" actId="1076"/>
          <ac:picMkLst>
            <pc:docMk/>
            <pc:sldMk cId="0" sldId="256"/>
            <ac:picMk id="18" creationId="{AD803F0C-022D-34C2-84AD-3782A82619FB}"/>
          </ac:picMkLst>
        </pc:picChg>
      </pc:sldChg>
      <pc:sldChg chg="modSp mod">
        <pc:chgData name="Omar Sierra" userId="7dc82cb85a53f633" providerId="LiveId" clId="{81D46090-3CCD-476E-8AA3-852B76874241}" dt="2026-07-14T18:20:48.443" v="6" actId="27636"/>
        <pc:sldMkLst>
          <pc:docMk/>
          <pc:sldMk cId="0" sldId="257"/>
        </pc:sldMkLst>
        <pc:spChg chg="mod">
          <ac:chgData name="Omar Sierra" userId="7dc82cb85a53f633" providerId="LiveId" clId="{81D46090-3CCD-476E-8AA3-852B76874241}" dt="2026-07-14T18:20:48.443" v="6" actId="27636"/>
          <ac:spMkLst>
            <pc:docMk/>
            <pc:sldMk cId="0" sldId="257"/>
            <ac:spMk id="3" creationId="{00000000-0000-0000-0000-000000000000}"/>
          </ac:spMkLst>
        </pc:spChg>
      </pc:sldChg>
      <pc:sldChg chg="addSp delSp modSp mod">
        <pc:chgData name="Omar Sierra" userId="7dc82cb85a53f633" providerId="LiveId" clId="{81D46090-3CCD-476E-8AA3-852B76874241}" dt="2026-07-14T18:26:47.651" v="98" actId="1076"/>
        <pc:sldMkLst>
          <pc:docMk/>
          <pc:sldMk cId="0" sldId="258"/>
        </pc:sldMkLst>
        <pc:spChg chg="mod">
          <ac:chgData name="Omar Sierra" userId="7dc82cb85a53f633" providerId="LiveId" clId="{81D46090-3CCD-476E-8AA3-852B76874241}" dt="2026-07-14T18:20:48.443" v="7" actId="27636"/>
          <ac:spMkLst>
            <pc:docMk/>
            <pc:sldMk cId="0" sldId="258"/>
            <ac:spMk id="2" creationId="{00000000-0000-0000-0000-000000000000}"/>
          </ac:spMkLst>
        </pc:spChg>
        <pc:spChg chg="mod">
          <ac:chgData name="Omar Sierra" userId="7dc82cb85a53f633" providerId="LiveId" clId="{81D46090-3CCD-476E-8AA3-852B76874241}" dt="2026-07-14T18:20:48.443" v="8" actId="27636"/>
          <ac:spMkLst>
            <pc:docMk/>
            <pc:sldMk cId="0" sldId="258"/>
            <ac:spMk id="3" creationId="{00000000-0000-0000-0000-000000000000}"/>
          </ac:spMkLst>
        </pc:spChg>
        <pc:picChg chg="del">
          <ac:chgData name="Omar Sierra" userId="7dc82cb85a53f633" providerId="LiveId" clId="{81D46090-3CCD-476E-8AA3-852B76874241}" dt="2026-07-14T18:22:35.291" v="87" actId="478"/>
          <ac:picMkLst>
            <pc:docMk/>
            <pc:sldMk cId="0" sldId="258"/>
            <ac:picMk id="5" creationId="{00000000-0000-0000-0000-000000000000}"/>
          </ac:picMkLst>
        </pc:picChg>
        <pc:picChg chg="add del">
          <ac:chgData name="Omar Sierra" userId="7dc82cb85a53f633" providerId="LiveId" clId="{81D46090-3CCD-476E-8AA3-852B76874241}" dt="2026-07-14T18:22:42.608" v="89" actId="478"/>
          <ac:picMkLst>
            <pc:docMk/>
            <pc:sldMk cId="0" sldId="258"/>
            <ac:picMk id="7" creationId="{EBDCC539-7430-190D-3260-96A1B20CFC1B}"/>
          </ac:picMkLst>
        </pc:picChg>
        <pc:picChg chg="add del mod">
          <ac:chgData name="Omar Sierra" userId="7dc82cb85a53f633" providerId="LiveId" clId="{81D46090-3CCD-476E-8AA3-852B76874241}" dt="2026-07-14T18:25:24.262" v="91" actId="478"/>
          <ac:picMkLst>
            <pc:docMk/>
            <pc:sldMk cId="0" sldId="258"/>
            <ac:picMk id="9" creationId="{8713C9A1-3845-8CB1-505D-CF532CBF35E3}"/>
          </ac:picMkLst>
        </pc:picChg>
        <pc:picChg chg="add mod">
          <ac:chgData name="Omar Sierra" userId="7dc82cb85a53f633" providerId="LiveId" clId="{81D46090-3CCD-476E-8AA3-852B76874241}" dt="2026-07-14T18:26:47.651" v="98" actId="1076"/>
          <ac:picMkLst>
            <pc:docMk/>
            <pc:sldMk cId="0" sldId="258"/>
            <ac:picMk id="11" creationId="{579B14E9-C2B9-33AF-B57E-F0A5DEE42625}"/>
          </ac:picMkLst>
        </pc:picChg>
      </pc:sldChg>
      <pc:sldChg chg="delSp modSp mod">
        <pc:chgData name="Omar Sierra" userId="7dc82cb85a53f633" providerId="LiveId" clId="{81D46090-3CCD-476E-8AA3-852B76874241}" dt="2026-07-14T18:30:35.754" v="234" actId="14100"/>
        <pc:sldMkLst>
          <pc:docMk/>
          <pc:sldMk cId="0" sldId="259"/>
        </pc:sldMkLst>
        <pc:spChg chg="mod">
          <ac:chgData name="Omar Sierra" userId="7dc82cb85a53f633" providerId="LiveId" clId="{81D46090-3CCD-476E-8AA3-852B76874241}" dt="2026-07-14T18:20:48.459" v="9" actId="27636"/>
          <ac:spMkLst>
            <pc:docMk/>
            <pc:sldMk cId="0" sldId="259"/>
            <ac:spMk id="3" creationId="{00000000-0000-0000-0000-000000000000}"/>
          </ac:spMkLst>
        </pc:spChg>
        <pc:spChg chg="mod">
          <ac:chgData name="Omar Sierra" userId="7dc82cb85a53f633" providerId="LiveId" clId="{81D46090-3CCD-476E-8AA3-852B76874241}" dt="2026-07-14T18:30:35.754" v="234" actId="14100"/>
          <ac:spMkLst>
            <pc:docMk/>
            <pc:sldMk cId="0" sldId="259"/>
            <ac:spMk id="5" creationId="{00000000-0000-0000-0000-000000000000}"/>
          </ac:spMkLst>
        </pc:spChg>
        <pc:spChg chg="del">
          <ac:chgData name="Omar Sierra" userId="7dc82cb85a53f633" providerId="LiveId" clId="{81D46090-3CCD-476E-8AA3-852B76874241}" dt="2026-07-14T18:30:33.095" v="233" actId="478"/>
          <ac:spMkLst>
            <pc:docMk/>
            <pc:sldMk cId="0" sldId="259"/>
            <ac:spMk id="7" creationId="{00000000-0000-0000-0000-000000000000}"/>
          </ac:spMkLst>
        </pc:spChg>
      </pc:sldChg>
      <pc:sldChg chg="delSp modSp mod">
        <pc:chgData name="Omar Sierra" userId="7dc82cb85a53f633" providerId="LiveId" clId="{81D46090-3CCD-476E-8AA3-852B76874241}" dt="2026-07-14T18:30:25.833" v="232" actId="14100"/>
        <pc:sldMkLst>
          <pc:docMk/>
          <pc:sldMk cId="0" sldId="260"/>
        </pc:sldMkLst>
        <pc:spChg chg="mod">
          <ac:chgData name="Omar Sierra" userId="7dc82cb85a53f633" providerId="LiveId" clId="{81D46090-3CCD-476E-8AA3-852B76874241}" dt="2026-07-14T18:20:48.473" v="10" actId="27636"/>
          <ac:spMkLst>
            <pc:docMk/>
            <pc:sldMk cId="0" sldId="260"/>
            <ac:spMk id="3" creationId="{00000000-0000-0000-0000-000000000000}"/>
          </ac:spMkLst>
        </pc:spChg>
        <pc:spChg chg="mod">
          <ac:chgData name="Omar Sierra" userId="7dc82cb85a53f633" providerId="LiveId" clId="{81D46090-3CCD-476E-8AA3-852B76874241}" dt="2026-07-14T18:20:48.474" v="11" actId="27636"/>
          <ac:spMkLst>
            <pc:docMk/>
            <pc:sldMk cId="0" sldId="260"/>
            <ac:spMk id="6" creationId="{00000000-0000-0000-0000-000000000000}"/>
          </ac:spMkLst>
        </pc:spChg>
        <pc:spChg chg="mod">
          <ac:chgData name="Omar Sierra" userId="7dc82cb85a53f633" providerId="LiveId" clId="{81D46090-3CCD-476E-8AA3-852B76874241}" dt="2026-07-14T18:20:48.482" v="14" actId="27636"/>
          <ac:spMkLst>
            <pc:docMk/>
            <pc:sldMk cId="0" sldId="260"/>
            <ac:spMk id="8" creationId="{00000000-0000-0000-0000-000000000000}"/>
          </ac:spMkLst>
        </pc:spChg>
        <pc:spChg chg="mod">
          <ac:chgData name="Omar Sierra" userId="7dc82cb85a53f633" providerId="LiveId" clId="{81D46090-3CCD-476E-8AA3-852B76874241}" dt="2026-07-14T18:20:48.476" v="12" actId="27636"/>
          <ac:spMkLst>
            <pc:docMk/>
            <pc:sldMk cId="0" sldId="260"/>
            <ac:spMk id="10" creationId="{00000000-0000-0000-0000-000000000000}"/>
          </ac:spMkLst>
        </pc:spChg>
        <pc:spChg chg="mod">
          <ac:chgData name="Omar Sierra" userId="7dc82cb85a53f633" providerId="LiveId" clId="{81D46090-3CCD-476E-8AA3-852B76874241}" dt="2026-07-14T18:20:48.480" v="13" actId="27636"/>
          <ac:spMkLst>
            <pc:docMk/>
            <pc:sldMk cId="0" sldId="260"/>
            <ac:spMk id="12" creationId="{00000000-0000-0000-0000-000000000000}"/>
          </ac:spMkLst>
        </pc:spChg>
        <pc:spChg chg="mod">
          <ac:chgData name="Omar Sierra" userId="7dc82cb85a53f633" providerId="LiveId" clId="{81D46090-3CCD-476E-8AA3-852B76874241}" dt="2026-07-14T18:29:56.303" v="225" actId="20577"/>
          <ac:spMkLst>
            <pc:docMk/>
            <pc:sldMk cId="0" sldId="260"/>
            <ac:spMk id="13" creationId="{00000000-0000-0000-0000-000000000000}"/>
          </ac:spMkLst>
        </pc:spChg>
        <pc:spChg chg="mod">
          <ac:chgData name="Omar Sierra" userId="7dc82cb85a53f633" providerId="LiveId" clId="{81D46090-3CCD-476E-8AA3-852B76874241}" dt="2026-07-14T18:30:25.833" v="232" actId="14100"/>
          <ac:spMkLst>
            <pc:docMk/>
            <pc:sldMk cId="0" sldId="260"/>
            <ac:spMk id="14" creationId="{00000000-0000-0000-0000-000000000000}"/>
          </ac:spMkLst>
        </pc:spChg>
        <pc:spChg chg="del">
          <ac:chgData name="Omar Sierra" userId="7dc82cb85a53f633" providerId="LiveId" clId="{81D46090-3CCD-476E-8AA3-852B76874241}" dt="2026-07-14T18:29:37.779" v="196" actId="478"/>
          <ac:spMkLst>
            <pc:docMk/>
            <pc:sldMk cId="0" sldId="260"/>
            <ac:spMk id="16" creationId="{00000000-0000-0000-0000-000000000000}"/>
          </ac:spMkLst>
        </pc:spChg>
        <pc:picChg chg="mod modCrop">
          <ac:chgData name="Omar Sierra" userId="7dc82cb85a53f633" providerId="LiveId" clId="{81D46090-3CCD-476E-8AA3-852B76874241}" dt="2026-07-14T18:30:23.233" v="231" actId="1076"/>
          <ac:picMkLst>
            <pc:docMk/>
            <pc:sldMk cId="0" sldId="260"/>
            <ac:picMk id="15" creationId="{00000000-0000-0000-0000-000000000000}"/>
          </ac:picMkLst>
        </pc:picChg>
      </pc:sldChg>
      <pc:sldChg chg="delSp modSp mod">
        <pc:chgData name="Omar Sierra" userId="7dc82cb85a53f633" providerId="LiveId" clId="{81D46090-3CCD-476E-8AA3-852B76874241}" dt="2026-07-14T18:29:18.566" v="194" actId="478"/>
        <pc:sldMkLst>
          <pc:docMk/>
          <pc:sldMk cId="0" sldId="261"/>
        </pc:sldMkLst>
        <pc:spChg chg="mod">
          <ac:chgData name="Omar Sierra" userId="7dc82cb85a53f633" providerId="LiveId" clId="{81D46090-3CCD-476E-8AA3-852B76874241}" dt="2026-07-14T18:20:48.484" v="15" actId="27636"/>
          <ac:spMkLst>
            <pc:docMk/>
            <pc:sldMk cId="0" sldId="261"/>
            <ac:spMk id="3" creationId="{00000000-0000-0000-0000-000000000000}"/>
          </ac:spMkLst>
        </pc:spChg>
        <pc:spChg chg="del">
          <ac:chgData name="Omar Sierra" userId="7dc82cb85a53f633" providerId="LiveId" clId="{81D46090-3CCD-476E-8AA3-852B76874241}" dt="2026-07-14T18:29:18.566" v="194" actId="478"/>
          <ac:spMkLst>
            <pc:docMk/>
            <pc:sldMk cId="0" sldId="261"/>
            <ac:spMk id="6" creationId="{00000000-0000-0000-0000-000000000000}"/>
          </ac:spMkLst>
        </pc:spChg>
      </pc:sldChg>
      <pc:sldChg chg="delSp modSp mod">
        <pc:chgData name="Omar Sierra" userId="7dc82cb85a53f633" providerId="LiveId" clId="{81D46090-3CCD-476E-8AA3-852B76874241}" dt="2026-07-14T18:29:13.112" v="193" actId="478"/>
        <pc:sldMkLst>
          <pc:docMk/>
          <pc:sldMk cId="0" sldId="262"/>
        </pc:sldMkLst>
        <pc:spChg chg="mod">
          <ac:chgData name="Omar Sierra" userId="7dc82cb85a53f633" providerId="LiveId" clId="{81D46090-3CCD-476E-8AA3-852B76874241}" dt="2026-07-14T18:20:48.484" v="16" actId="27636"/>
          <ac:spMkLst>
            <pc:docMk/>
            <pc:sldMk cId="0" sldId="262"/>
            <ac:spMk id="3" creationId="{00000000-0000-0000-0000-000000000000}"/>
          </ac:spMkLst>
        </pc:spChg>
        <pc:spChg chg="mod">
          <ac:chgData name="Omar Sierra" userId="7dc82cb85a53f633" providerId="LiveId" clId="{81D46090-3CCD-476E-8AA3-852B76874241}" dt="2026-07-14T18:28:43.606" v="143" actId="14100"/>
          <ac:spMkLst>
            <pc:docMk/>
            <pc:sldMk cId="0" sldId="262"/>
            <ac:spMk id="4" creationId="{00000000-0000-0000-0000-000000000000}"/>
          </ac:spMkLst>
        </pc:spChg>
        <pc:spChg chg="mod">
          <ac:chgData name="Omar Sierra" userId="7dc82cb85a53f633" providerId="LiveId" clId="{81D46090-3CCD-476E-8AA3-852B76874241}" dt="2026-07-14T18:28:47.836" v="162" actId="1036"/>
          <ac:spMkLst>
            <pc:docMk/>
            <pc:sldMk cId="0" sldId="262"/>
            <ac:spMk id="6" creationId="{00000000-0000-0000-0000-000000000000}"/>
          </ac:spMkLst>
        </pc:spChg>
        <pc:spChg chg="mod">
          <ac:chgData name="Omar Sierra" userId="7dc82cb85a53f633" providerId="LiveId" clId="{81D46090-3CCD-476E-8AA3-852B76874241}" dt="2026-07-14T18:28:47.836" v="162" actId="1036"/>
          <ac:spMkLst>
            <pc:docMk/>
            <pc:sldMk cId="0" sldId="262"/>
            <ac:spMk id="7" creationId="{00000000-0000-0000-0000-000000000000}"/>
          </ac:spMkLst>
        </pc:spChg>
        <pc:spChg chg="mod">
          <ac:chgData name="Omar Sierra" userId="7dc82cb85a53f633" providerId="LiveId" clId="{81D46090-3CCD-476E-8AA3-852B76874241}" dt="2026-07-14T18:28:47.836" v="162" actId="1036"/>
          <ac:spMkLst>
            <pc:docMk/>
            <pc:sldMk cId="0" sldId="262"/>
            <ac:spMk id="8" creationId="{00000000-0000-0000-0000-000000000000}"/>
          </ac:spMkLst>
        </pc:spChg>
        <pc:spChg chg="mod">
          <ac:chgData name="Omar Sierra" userId="7dc82cb85a53f633" providerId="LiveId" clId="{81D46090-3CCD-476E-8AA3-852B76874241}" dt="2026-07-14T18:28:47.836" v="162" actId="1036"/>
          <ac:spMkLst>
            <pc:docMk/>
            <pc:sldMk cId="0" sldId="262"/>
            <ac:spMk id="9" creationId="{00000000-0000-0000-0000-000000000000}"/>
          </ac:spMkLst>
        </pc:spChg>
        <pc:spChg chg="mod">
          <ac:chgData name="Omar Sierra" userId="7dc82cb85a53f633" providerId="LiveId" clId="{81D46090-3CCD-476E-8AA3-852B76874241}" dt="2026-07-14T18:28:47.836" v="162" actId="1036"/>
          <ac:spMkLst>
            <pc:docMk/>
            <pc:sldMk cId="0" sldId="262"/>
            <ac:spMk id="10" creationId="{00000000-0000-0000-0000-000000000000}"/>
          </ac:spMkLst>
        </pc:spChg>
        <pc:spChg chg="mod">
          <ac:chgData name="Omar Sierra" userId="7dc82cb85a53f633" providerId="LiveId" clId="{81D46090-3CCD-476E-8AA3-852B76874241}" dt="2026-07-14T18:28:47.836" v="162" actId="1036"/>
          <ac:spMkLst>
            <pc:docMk/>
            <pc:sldMk cId="0" sldId="262"/>
            <ac:spMk id="11" creationId="{00000000-0000-0000-0000-000000000000}"/>
          </ac:spMkLst>
        </pc:spChg>
        <pc:spChg chg="mod">
          <ac:chgData name="Omar Sierra" userId="7dc82cb85a53f633" providerId="LiveId" clId="{81D46090-3CCD-476E-8AA3-852B76874241}" dt="2026-07-14T18:28:47.836" v="162" actId="1036"/>
          <ac:spMkLst>
            <pc:docMk/>
            <pc:sldMk cId="0" sldId="262"/>
            <ac:spMk id="12" creationId="{00000000-0000-0000-0000-000000000000}"/>
          </ac:spMkLst>
        </pc:spChg>
        <pc:spChg chg="mod">
          <ac:chgData name="Omar Sierra" userId="7dc82cb85a53f633" providerId="LiveId" clId="{81D46090-3CCD-476E-8AA3-852B76874241}" dt="2026-07-14T18:28:47.836" v="162" actId="1036"/>
          <ac:spMkLst>
            <pc:docMk/>
            <pc:sldMk cId="0" sldId="262"/>
            <ac:spMk id="13" creationId="{00000000-0000-0000-0000-000000000000}"/>
          </ac:spMkLst>
        </pc:spChg>
        <pc:spChg chg="mod">
          <ac:chgData name="Omar Sierra" userId="7dc82cb85a53f633" providerId="LiveId" clId="{81D46090-3CCD-476E-8AA3-852B76874241}" dt="2026-07-14T18:28:47.836" v="162" actId="1036"/>
          <ac:spMkLst>
            <pc:docMk/>
            <pc:sldMk cId="0" sldId="262"/>
            <ac:spMk id="14" creationId="{00000000-0000-0000-0000-000000000000}"/>
          </ac:spMkLst>
        </pc:spChg>
        <pc:spChg chg="mod">
          <ac:chgData name="Omar Sierra" userId="7dc82cb85a53f633" providerId="LiveId" clId="{81D46090-3CCD-476E-8AA3-852B76874241}" dt="2026-07-14T18:28:47.836" v="162" actId="1036"/>
          <ac:spMkLst>
            <pc:docMk/>
            <pc:sldMk cId="0" sldId="262"/>
            <ac:spMk id="15" creationId="{00000000-0000-0000-0000-000000000000}"/>
          </ac:spMkLst>
        </pc:spChg>
        <pc:spChg chg="mod">
          <ac:chgData name="Omar Sierra" userId="7dc82cb85a53f633" providerId="LiveId" clId="{81D46090-3CCD-476E-8AA3-852B76874241}" dt="2026-07-14T18:29:07.176" v="192" actId="14100"/>
          <ac:spMkLst>
            <pc:docMk/>
            <pc:sldMk cId="0" sldId="262"/>
            <ac:spMk id="18" creationId="{00000000-0000-0000-0000-000000000000}"/>
          </ac:spMkLst>
        </pc:spChg>
        <pc:spChg chg="del">
          <ac:chgData name="Omar Sierra" userId="7dc82cb85a53f633" providerId="LiveId" clId="{81D46090-3CCD-476E-8AA3-852B76874241}" dt="2026-07-14T18:29:13.112" v="193" actId="478"/>
          <ac:spMkLst>
            <pc:docMk/>
            <pc:sldMk cId="0" sldId="262"/>
            <ac:spMk id="20" creationId="{00000000-0000-0000-0000-000000000000}"/>
          </ac:spMkLst>
        </pc:spChg>
        <pc:picChg chg="mod modCrop">
          <ac:chgData name="Omar Sierra" userId="7dc82cb85a53f633" providerId="LiveId" clId="{81D46090-3CCD-476E-8AA3-852B76874241}" dt="2026-07-14T18:29:01.955" v="191" actId="732"/>
          <ac:picMkLst>
            <pc:docMk/>
            <pc:sldMk cId="0" sldId="262"/>
            <ac:picMk id="19" creationId="{00000000-0000-0000-0000-000000000000}"/>
          </ac:picMkLst>
        </pc:picChg>
      </pc:sldChg>
      <pc:sldChg chg="modSp mod">
        <pc:chgData name="Omar Sierra" userId="7dc82cb85a53f633" providerId="LiveId" clId="{81D46090-3CCD-476E-8AA3-852B76874241}" dt="2026-07-14T18:30:47.429" v="235" actId="20577"/>
        <pc:sldMkLst>
          <pc:docMk/>
          <pc:sldMk cId="0" sldId="263"/>
        </pc:sldMkLst>
        <pc:spChg chg="mod">
          <ac:chgData name="Omar Sierra" userId="7dc82cb85a53f633" providerId="LiveId" clId="{81D46090-3CCD-476E-8AA3-852B76874241}" dt="2026-07-14T18:30:47.429" v="235" actId="20577"/>
          <ac:spMkLst>
            <pc:docMk/>
            <pc:sldMk cId="0" sldId="263"/>
            <ac:spMk id="3" creationId="{00000000-0000-0000-0000-000000000000}"/>
          </ac:spMkLst>
        </pc:spChg>
      </pc:sldChg>
      <pc:sldChg chg="addSp delSp modSp mod">
        <pc:chgData name="Omar Sierra" userId="7dc82cb85a53f633" providerId="LiveId" clId="{81D46090-3CCD-476E-8AA3-852B76874241}" dt="2026-07-14T18:27:28.364" v="106" actId="22"/>
        <pc:sldMkLst>
          <pc:docMk/>
          <pc:sldMk cId="0" sldId="264"/>
        </pc:sldMkLst>
        <pc:spChg chg="mod">
          <ac:chgData name="Omar Sierra" userId="7dc82cb85a53f633" providerId="LiveId" clId="{81D46090-3CCD-476E-8AA3-852B76874241}" dt="2026-07-14T18:20:48.500" v="17" actId="27636"/>
          <ac:spMkLst>
            <pc:docMk/>
            <pc:sldMk cId="0" sldId="264"/>
            <ac:spMk id="2" creationId="{00000000-0000-0000-0000-000000000000}"/>
          </ac:spMkLst>
        </pc:spChg>
        <pc:spChg chg="mod">
          <ac:chgData name="Omar Sierra" userId="7dc82cb85a53f633" providerId="LiveId" clId="{81D46090-3CCD-476E-8AA3-852B76874241}" dt="2026-07-14T18:20:48.502" v="18" actId="27636"/>
          <ac:spMkLst>
            <pc:docMk/>
            <pc:sldMk cId="0" sldId="264"/>
            <ac:spMk id="3" creationId="{00000000-0000-0000-0000-000000000000}"/>
          </ac:spMkLst>
        </pc:spChg>
        <pc:picChg chg="del">
          <ac:chgData name="Omar Sierra" userId="7dc82cb85a53f633" providerId="LiveId" clId="{81D46090-3CCD-476E-8AA3-852B76874241}" dt="2026-07-14T18:27:14.509" v="102" actId="21"/>
          <ac:picMkLst>
            <pc:docMk/>
            <pc:sldMk cId="0" sldId="264"/>
            <ac:picMk id="5" creationId="{00000000-0000-0000-0000-000000000000}"/>
          </ac:picMkLst>
        </pc:picChg>
        <pc:picChg chg="add">
          <ac:chgData name="Omar Sierra" userId="7dc82cb85a53f633" providerId="LiveId" clId="{81D46090-3CCD-476E-8AA3-852B76874241}" dt="2026-07-14T18:27:28.364" v="106" actId="22"/>
          <ac:picMkLst>
            <pc:docMk/>
            <pc:sldMk cId="0" sldId="264"/>
            <ac:picMk id="7" creationId="{692BB893-FE88-9003-0953-5B0AD07D3D3C}"/>
          </ac:picMkLst>
        </pc:picChg>
      </pc:sldChg>
      <pc:sldChg chg="modSp mod">
        <pc:chgData name="Omar Sierra" userId="7dc82cb85a53f633" providerId="LiveId" clId="{81D46090-3CCD-476E-8AA3-852B76874241}" dt="2026-07-14T18:20:48.518" v="21" actId="27636"/>
        <pc:sldMkLst>
          <pc:docMk/>
          <pc:sldMk cId="0" sldId="265"/>
        </pc:sldMkLst>
        <pc:spChg chg="mod">
          <ac:chgData name="Omar Sierra" userId="7dc82cb85a53f633" providerId="LiveId" clId="{81D46090-3CCD-476E-8AA3-852B76874241}" dt="2026-07-14T18:20:48.512" v="20" actId="27636"/>
          <ac:spMkLst>
            <pc:docMk/>
            <pc:sldMk cId="0" sldId="265"/>
            <ac:spMk id="2" creationId="{00000000-0000-0000-0000-000000000000}"/>
          </ac:spMkLst>
        </pc:spChg>
        <pc:spChg chg="mod">
          <ac:chgData name="Omar Sierra" userId="7dc82cb85a53f633" providerId="LiveId" clId="{81D46090-3CCD-476E-8AA3-852B76874241}" dt="2026-07-14T18:20:48.518" v="21" actId="27636"/>
          <ac:spMkLst>
            <pc:docMk/>
            <pc:sldMk cId="0" sldId="265"/>
            <ac:spMk id="5" creationId="{00000000-0000-0000-0000-000000000000}"/>
          </ac:spMkLst>
        </pc:spChg>
        <pc:spChg chg="mod">
          <ac:chgData name="Omar Sierra" userId="7dc82cb85a53f633" providerId="LiveId" clId="{81D46090-3CCD-476E-8AA3-852B76874241}" dt="2026-07-14T18:20:48.509" v="19" actId="27636"/>
          <ac:spMkLst>
            <pc:docMk/>
            <pc:sldMk cId="0" sldId="265"/>
            <ac:spMk id="7" creationId="{00000000-0000-0000-0000-000000000000}"/>
          </ac:spMkLst>
        </pc:spChg>
      </pc:sldChg>
      <pc:sldChg chg="modSp mod">
        <pc:chgData name="Omar Sierra" userId="7dc82cb85a53f633" providerId="LiveId" clId="{81D46090-3CCD-476E-8AA3-852B76874241}" dt="2026-07-14T18:20:48.530" v="22" actId="27636"/>
        <pc:sldMkLst>
          <pc:docMk/>
          <pc:sldMk cId="0" sldId="266"/>
        </pc:sldMkLst>
        <pc:spChg chg="mod">
          <ac:chgData name="Omar Sierra" userId="7dc82cb85a53f633" providerId="LiveId" clId="{81D46090-3CCD-476E-8AA3-852B76874241}" dt="2026-07-14T18:20:48.530" v="22" actId="27636"/>
          <ac:spMkLst>
            <pc:docMk/>
            <pc:sldMk cId="0" sldId="266"/>
            <ac:spMk id="2" creationId="{00000000-0000-0000-0000-000000000000}"/>
          </ac:spMkLst>
        </pc:spChg>
      </pc:sldChg>
      <pc:sldChg chg="addSp modSp mod">
        <pc:chgData name="Omar Sierra" userId="7dc82cb85a53f633" providerId="LiveId" clId="{81D46090-3CCD-476E-8AA3-852B76874241}" dt="2026-07-14T18:32:25.294" v="284" actId="1076"/>
        <pc:sldMkLst>
          <pc:docMk/>
          <pc:sldMk cId="0" sldId="267"/>
        </pc:sldMkLst>
        <pc:spChg chg="mod">
          <ac:chgData name="Omar Sierra" userId="7dc82cb85a53f633" providerId="LiveId" clId="{81D46090-3CCD-476E-8AA3-852B76874241}" dt="2026-07-14T18:32:05.192" v="281" actId="20577"/>
          <ac:spMkLst>
            <pc:docMk/>
            <pc:sldMk cId="0" sldId="267"/>
            <ac:spMk id="2" creationId="{00000000-0000-0000-0000-000000000000}"/>
          </ac:spMkLst>
        </pc:spChg>
        <pc:spChg chg="mod">
          <ac:chgData name="Omar Sierra" userId="7dc82cb85a53f633" providerId="LiveId" clId="{81D46090-3CCD-476E-8AA3-852B76874241}" dt="2026-07-14T18:31:28.568" v="257" actId="1035"/>
          <ac:spMkLst>
            <pc:docMk/>
            <pc:sldMk cId="0" sldId="267"/>
            <ac:spMk id="3" creationId="{00000000-0000-0000-0000-000000000000}"/>
          </ac:spMkLst>
        </pc:spChg>
        <pc:picChg chg="add mod modCrop">
          <ac:chgData name="Omar Sierra" userId="7dc82cb85a53f633" providerId="LiveId" clId="{81D46090-3CCD-476E-8AA3-852B76874241}" dt="2026-07-14T18:32:25.294" v="284" actId="1076"/>
          <ac:picMkLst>
            <pc:docMk/>
            <pc:sldMk cId="0" sldId="267"/>
            <ac:picMk id="5" creationId="{A3622EB8-8DAB-8A2D-BB6B-214E4C49BA87}"/>
          </ac:picMkLst>
        </pc:picChg>
      </pc:sldChg>
      <pc:sldChg chg="modSp mod">
        <pc:chgData name="Omar Sierra" userId="7dc82cb85a53f633" providerId="LiveId" clId="{81D46090-3CCD-476E-8AA3-852B76874241}" dt="2026-07-14T18:20:48.538" v="24" actId="27636"/>
        <pc:sldMkLst>
          <pc:docMk/>
          <pc:sldMk cId="0" sldId="268"/>
        </pc:sldMkLst>
        <pc:spChg chg="mod">
          <ac:chgData name="Omar Sierra" userId="7dc82cb85a53f633" providerId="LiveId" clId="{81D46090-3CCD-476E-8AA3-852B76874241}" dt="2026-07-14T18:20:48.538" v="24" actId="27636"/>
          <ac:spMkLst>
            <pc:docMk/>
            <pc:sldMk cId="0" sldId="268"/>
            <ac:spMk id="5" creationId="{00000000-0000-0000-0000-000000000000}"/>
          </ac:spMkLst>
        </pc:spChg>
      </pc:sldChg>
      <pc:sldChg chg="modSp mod">
        <pc:chgData name="Omar Sierra" userId="7dc82cb85a53f633" providerId="LiveId" clId="{81D46090-3CCD-476E-8AA3-852B76874241}" dt="2026-07-14T18:20:48.538" v="26" actId="27636"/>
        <pc:sldMkLst>
          <pc:docMk/>
          <pc:sldMk cId="0" sldId="269"/>
        </pc:sldMkLst>
        <pc:spChg chg="mod">
          <ac:chgData name="Omar Sierra" userId="7dc82cb85a53f633" providerId="LiveId" clId="{81D46090-3CCD-476E-8AA3-852B76874241}" dt="2026-07-14T18:20:48.538" v="25" actId="27636"/>
          <ac:spMkLst>
            <pc:docMk/>
            <pc:sldMk cId="0" sldId="269"/>
            <ac:spMk id="3" creationId="{00000000-0000-0000-0000-000000000000}"/>
          </ac:spMkLst>
        </pc:spChg>
        <pc:spChg chg="mod">
          <ac:chgData name="Omar Sierra" userId="7dc82cb85a53f633" providerId="LiveId" clId="{81D46090-3CCD-476E-8AA3-852B76874241}" dt="2026-07-14T18:20:48.538" v="26" actId="27636"/>
          <ac:spMkLst>
            <pc:docMk/>
            <pc:sldMk cId="0" sldId="269"/>
            <ac:spMk id="6" creationId="{00000000-0000-0000-0000-000000000000}"/>
          </ac:spMkLst>
        </pc:spChg>
      </pc:sldChg>
      <pc:sldChg chg="modSp mod">
        <pc:chgData name="Omar Sierra" userId="7dc82cb85a53f633" providerId="LiveId" clId="{81D46090-3CCD-476E-8AA3-852B76874241}" dt="2026-07-14T18:20:48.564" v="30" actId="27636"/>
        <pc:sldMkLst>
          <pc:docMk/>
          <pc:sldMk cId="0" sldId="270"/>
        </pc:sldMkLst>
        <pc:spChg chg="mod">
          <ac:chgData name="Omar Sierra" userId="7dc82cb85a53f633" providerId="LiveId" clId="{81D46090-3CCD-476E-8AA3-852B76874241}" dt="2026-07-14T18:20:48.560" v="28" actId="27636"/>
          <ac:spMkLst>
            <pc:docMk/>
            <pc:sldMk cId="0" sldId="270"/>
            <ac:spMk id="5" creationId="{00000000-0000-0000-0000-000000000000}"/>
          </ac:spMkLst>
        </pc:spChg>
        <pc:spChg chg="mod">
          <ac:chgData name="Omar Sierra" userId="7dc82cb85a53f633" providerId="LiveId" clId="{81D46090-3CCD-476E-8AA3-852B76874241}" dt="2026-07-14T18:20:48.563" v="29" actId="27636"/>
          <ac:spMkLst>
            <pc:docMk/>
            <pc:sldMk cId="0" sldId="270"/>
            <ac:spMk id="9" creationId="{00000000-0000-0000-0000-000000000000}"/>
          </ac:spMkLst>
        </pc:spChg>
        <pc:spChg chg="mod">
          <ac:chgData name="Omar Sierra" userId="7dc82cb85a53f633" providerId="LiveId" clId="{81D46090-3CCD-476E-8AA3-852B76874241}" dt="2026-07-14T18:20:48.551" v="27" actId="27636"/>
          <ac:spMkLst>
            <pc:docMk/>
            <pc:sldMk cId="0" sldId="270"/>
            <ac:spMk id="11" creationId="{00000000-0000-0000-0000-000000000000}"/>
          </ac:spMkLst>
        </pc:spChg>
        <pc:spChg chg="mod">
          <ac:chgData name="Omar Sierra" userId="7dc82cb85a53f633" providerId="LiveId" clId="{81D46090-3CCD-476E-8AA3-852B76874241}" dt="2026-07-14T18:20:48.564" v="30" actId="27636"/>
          <ac:spMkLst>
            <pc:docMk/>
            <pc:sldMk cId="0" sldId="270"/>
            <ac:spMk id="13" creationId="{00000000-0000-0000-0000-000000000000}"/>
          </ac:spMkLst>
        </pc:spChg>
      </pc:sldChg>
      <pc:sldChg chg="modSp mod">
        <pc:chgData name="Omar Sierra" userId="7dc82cb85a53f633" providerId="LiveId" clId="{81D46090-3CCD-476E-8AA3-852B76874241}" dt="2026-07-14T18:20:48.570" v="31" actId="27636"/>
        <pc:sldMkLst>
          <pc:docMk/>
          <pc:sldMk cId="0" sldId="271"/>
        </pc:sldMkLst>
        <pc:spChg chg="mod">
          <ac:chgData name="Omar Sierra" userId="7dc82cb85a53f633" providerId="LiveId" clId="{81D46090-3CCD-476E-8AA3-852B76874241}" dt="2026-07-14T18:20:48.570" v="31" actId="27636"/>
          <ac:spMkLst>
            <pc:docMk/>
            <pc:sldMk cId="0" sldId="271"/>
            <ac:spMk id="3" creationId="{00000000-0000-0000-0000-000000000000}"/>
          </ac:spMkLst>
        </pc:spChg>
      </pc:sldChg>
      <pc:sldChg chg="modSp mod">
        <pc:chgData name="Omar Sierra" userId="7dc82cb85a53f633" providerId="LiveId" clId="{81D46090-3CCD-476E-8AA3-852B76874241}" dt="2026-07-14T18:20:48.576" v="35" actId="27636"/>
        <pc:sldMkLst>
          <pc:docMk/>
          <pc:sldMk cId="0" sldId="272"/>
        </pc:sldMkLst>
        <pc:spChg chg="mod">
          <ac:chgData name="Omar Sierra" userId="7dc82cb85a53f633" providerId="LiveId" clId="{81D46090-3CCD-476E-8AA3-852B76874241}" dt="2026-07-14T18:20:48.576" v="35" actId="27636"/>
          <ac:spMkLst>
            <pc:docMk/>
            <pc:sldMk cId="0" sldId="272"/>
            <ac:spMk id="5" creationId="{00000000-0000-0000-0000-000000000000}"/>
          </ac:spMkLst>
        </pc:spChg>
        <pc:spChg chg="mod">
          <ac:chgData name="Omar Sierra" userId="7dc82cb85a53f633" providerId="LiveId" clId="{81D46090-3CCD-476E-8AA3-852B76874241}" dt="2026-07-14T18:20:48.575" v="33" actId="27636"/>
          <ac:spMkLst>
            <pc:docMk/>
            <pc:sldMk cId="0" sldId="272"/>
            <ac:spMk id="8" creationId="{00000000-0000-0000-0000-000000000000}"/>
          </ac:spMkLst>
        </pc:spChg>
        <pc:spChg chg="mod">
          <ac:chgData name="Omar Sierra" userId="7dc82cb85a53f633" providerId="LiveId" clId="{81D46090-3CCD-476E-8AA3-852B76874241}" dt="2026-07-14T18:20:48.576" v="34" actId="27636"/>
          <ac:spMkLst>
            <pc:docMk/>
            <pc:sldMk cId="0" sldId="272"/>
            <ac:spMk id="11" creationId="{00000000-0000-0000-0000-000000000000}"/>
          </ac:spMkLst>
        </pc:spChg>
        <pc:spChg chg="mod">
          <ac:chgData name="Omar Sierra" userId="7dc82cb85a53f633" providerId="LiveId" clId="{81D46090-3CCD-476E-8AA3-852B76874241}" dt="2026-07-14T18:20:48.574" v="32" actId="27636"/>
          <ac:spMkLst>
            <pc:docMk/>
            <pc:sldMk cId="0" sldId="272"/>
            <ac:spMk id="14" creationId="{00000000-0000-0000-0000-000000000000}"/>
          </ac:spMkLst>
        </pc:spChg>
      </pc:sldChg>
      <pc:sldChg chg="modSp mod">
        <pc:chgData name="Omar Sierra" userId="7dc82cb85a53f633" providerId="LiveId" clId="{81D46090-3CCD-476E-8AA3-852B76874241}" dt="2026-07-14T18:20:48.576" v="36" actId="27636"/>
        <pc:sldMkLst>
          <pc:docMk/>
          <pc:sldMk cId="0" sldId="273"/>
        </pc:sldMkLst>
        <pc:spChg chg="mod">
          <ac:chgData name="Omar Sierra" userId="7dc82cb85a53f633" providerId="LiveId" clId="{81D46090-3CCD-476E-8AA3-852B76874241}" dt="2026-07-14T18:20:48.576" v="36" actId="27636"/>
          <ac:spMkLst>
            <pc:docMk/>
            <pc:sldMk cId="0" sldId="273"/>
            <ac:spMk id="3" creationId="{00000000-0000-0000-0000-000000000000}"/>
          </ac:spMkLst>
        </pc:spChg>
      </pc:sldChg>
      <pc:sldChg chg="modSp mod">
        <pc:chgData name="Omar Sierra" userId="7dc82cb85a53f633" providerId="LiveId" clId="{81D46090-3CCD-476E-8AA3-852B76874241}" dt="2026-07-14T18:20:48.596" v="42" actId="27636"/>
        <pc:sldMkLst>
          <pc:docMk/>
          <pc:sldMk cId="0" sldId="274"/>
        </pc:sldMkLst>
        <pc:spChg chg="mod">
          <ac:chgData name="Omar Sierra" userId="7dc82cb85a53f633" providerId="LiveId" clId="{81D46090-3CCD-476E-8AA3-852B76874241}" dt="2026-07-14T18:20:48.596" v="41" actId="27636"/>
          <ac:spMkLst>
            <pc:docMk/>
            <pc:sldMk cId="0" sldId="274"/>
            <ac:spMk id="5" creationId="{00000000-0000-0000-0000-000000000000}"/>
          </ac:spMkLst>
        </pc:spChg>
        <pc:spChg chg="mod">
          <ac:chgData name="Omar Sierra" userId="7dc82cb85a53f633" providerId="LiveId" clId="{81D46090-3CCD-476E-8AA3-852B76874241}" dt="2026-07-14T18:20:48.576" v="38" actId="27636"/>
          <ac:spMkLst>
            <pc:docMk/>
            <pc:sldMk cId="0" sldId="274"/>
            <ac:spMk id="8" creationId="{00000000-0000-0000-0000-000000000000}"/>
          </ac:spMkLst>
        </pc:spChg>
        <pc:spChg chg="mod">
          <ac:chgData name="Omar Sierra" userId="7dc82cb85a53f633" providerId="LiveId" clId="{81D46090-3CCD-476E-8AA3-852B76874241}" dt="2026-07-14T18:20:48.596" v="42" actId="27636"/>
          <ac:spMkLst>
            <pc:docMk/>
            <pc:sldMk cId="0" sldId="274"/>
            <ac:spMk id="10" creationId="{00000000-0000-0000-0000-000000000000}"/>
          </ac:spMkLst>
        </pc:spChg>
        <pc:spChg chg="mod">
          <ac:chgData name="Omar Sierra" userId="7dc82cb85a53f633" providerId="LiveId" clId="{81D46090-3CCD-476E-8AA3-852B76874241}" dt="2026-07-14T18:20:48.596" v="40" actId="27636"/>
          <ac:spMkLst>
            <pc:docMk/>
            <pc:sldMk cId="0" sldId="274"/>
            <ac:spMk id="12" creationId="{00000000-0000-0000-0000-000000000000}"/>
          </ac:spMkLst>
        </pc:spChg>
        <pc:spChg chg="mod">
          <ac:chgData name="Omar Sierra" userId="7dc82cb85a53f633" providerId="LiveId" clId="{81D46090-3CCD-476E-8AA3-852B76874241}" dt="2026-07-14T18:20:48.576" v="39" actId="27636"/>
          <ac:spMkLst>
            <pc:docMk/>
            <pc:sldMk cId="0" sldId="274"/>
            <ac:spMk id="14" creationId="{00000000-0000-0000-0000-000000000000}"/>
          </ac:spMkLst>
        </pc:spChg>
        <pc:spChg chg="mod">
          <ac:chgData name="Omar Sierra" userId="7dc82cb85a53f633" providerId="LiveId" clId="{81D46090-3CCD-476E-8AA3-852B76874241}" dt="2026-07-14T18:20:48.576" v="37" actId="27636"/>
          <ac:spMkLst>
            <pc:docMk/>
            <pc:sldMk cId="0" sldId="274"/>
            <ac:spMk id="16" creationId="{00000000-0000-0000-0000-000000000000}"/>
          </ac:spMkLst>
        </pc:spChg>
      </pc:sldChg>
      <pc:sldChg chg="modSp mod">
        <pc:chgData name="Omar Sierra" userId="7dc82cb85a53f633" providerId="LiveId" clId="{81D46090-3CCD-476E-8AA3-852B76874241}" dt="2026-07-14T18:20:48.610" v="43" actId="27636"/>
        <pc:sldMkLst>
          <pc:docMk/>
          <pc:sldMk cId="0" sldId="275"/>
        </pc:sldMkLst>
        <pc:spChg chg="mod">
          <ac:chgData name="Omar Sierra" userId="7dc82cb85a53f633" providerId="LiveId" clId="{81D46090-3CCD-476E-8AA3-852B76874241}" dt="2026-07-14T18:20:48.610" v="43" actId="27636"/>
          <ac:spMkLst>
            <pc:docMk/>
            <pc:sldMk cId="0" sldId="275"/>
            <ac:spMk id="3" creationId="{00000000-0000-0000-0000-000000000000}"/>
          </ac:spMkLst>
        </pc:spChg>
      </pc:sldChg>
      <pc:sldChg chg="modSp mod">
        <pc:chgData name="Omar Sierra" userId="7dc82cb85a53f633" providerId="LiveId" clId="{81D46090-3CCD-476E-8AA3-852B76874241}" dt="2026-07-14T18:20:48.617" v="44" actId="27636"/>
        <pc:sldMkLst>
          <pc:docMk/>
          <pc:sldMk cId="0" sldId="276"/>
        </pc:sldMkLst>
        <pc:spChg chg="mod">
          <ac:chgData name="Omar Sierra" userId="7dc82cb85a53f633" providerId="LiveId" clId="{81D46090-3CCD-476E-8AA3-852B76874241}" dt="2026-07-14T18:20:48.617" v="44" actId="27636"/>
          <ac:spMkLst>
            <pc:docMk/>
            <pc:sldMk cId="0" sldId="276"/>
            <ac:spMk id="5" creationId="{00000000-0000-0000-0000-000000000000}"/>
          </ac:spMkLst>
        </pc:spChg>
      </pc:sldChg>
      <pc:sldChg chg="modSp mod">
        <pc:chgData name="Omar Sierra" userId="7dc82cb85a53f633" providerId="LiveId" clId="{81D46090-3CCD-476E-8AA3-852B76874241}" dt="2026-07-14T18:20:48.625" v="45" actId="27636"/>
        <pc:sldMkLst>
          <pc:docMk/>
          <pc:sldMk cId="0" sldId="277"/>
        </pc:sldMkLst>
        <pc:spChg chg="mod">
          <ac:chgData name="Omar Sierra" userId="7dc82cb85a53f633" providerId="LiveId" clId="{81D46090-3CCD-476E-8AA3-852B76874241}" dt="2026-07-14T18:20:48.625" v="45" actId="27636"/>
          <ac:spMkLst>
            <pc:docMk/>
            <pc:sldMk cId="0" sldId="277"/>
            <ac:spMk id="3" creationId="{00000000-0000-0000-0000-000000000000}"/>
          </ac:spMkLst>
        </pc:spChg>
      </pc:sldChg>
      <pc:sldChg chg="modSp mod">
        <pc:chgData name="Omar Sierra" userId="7dc82cb85a53f633" providerId="LiveId" clId="{81D46090-3CCD-476E-8AA3-852B76874241}" dt="2026-07-14T18:20:48.632" v="47" actId="27636"/>
        <pc:sldMkLst>
          <pc:docMk/>
          <pc:sldMk cId="0" sldId="278"/>
        </pc:sldMkLst>
        <pc:spChg chg="mod">
          <ac:chgData name="Omar Sierra" userId="7dc82cb85a53f633" providerId="LiveId" clId="{81D46090-3CCD-476E-8AA3-852B76874241}" dt="2026-07-14T18:20:48.632" v="47" actId="27636"/>
          <ac:spMkLst>
            <pc:docMk/>
            <pc:sldMk cId="0" sldId="278"/>
            <ac:spMk id="5" creationId="{00000000-0000-0000-0000-000000000000}"/>
          </ac:spMkLst>
        </pc:spChg>
        <pc:spChg chg="mod">
          <ac:chgData name="Omar Sierra" userId="7dc82cb85a53f633" providerId="LiveId" clId="{81D46090-3CCD-476E-8AA3-852B76874241}" dt="2026-07-14T18:20:48.631" v="46" actId="27636"/>
          <ac:spMkLst>
            <pc:docMk/>
            <pc:sldMk cId="0" sldId="278"/>
            <ac:spMk id="10" creationId="{00000000-0000-0000-0000-000000000000}"/>
          </ac:spMkLst>
        </pc:spChg>
      </pc:sldChg>
      <pc:sldChg chg="modSp mod">
        <pc:chgData name="Omar Sierra" userId="7dc82cb85a53f633" providerId="LiveId" clId="{81D46090-3CCD-476E-8AA3-852B76874241}" dt="2026-07-14T18:20:48.634" v="48" actId="27636"/>
        <pc:sldMkLst>
          <pc:docMk/>
          <pc:sldMk cId="0" sldId="279"/>
        </pc:sldMkLst>
        <pc:spChg chg="mod">
          <ac:chgData name="Omar Sierra" userId="7dc82cb85a53f633" providerId="LiveId" clId="{81D46090-3CCD-476E-8AA3-852B76874241}" dt="2026-07-14T18:20:48.634" v="48" actId="27636"/>
          <ac:spMkLst>
            <pc:docMk/>
            <pc:sldMk cId="0" sldId="279"/>
            <ac:spMk id="3" creationId="{00000000-0000-0000-0000-000000000000}"/>
          </ac:spMkLst>
        </pc:spChg>
      </pc:sldChg>
      <pc:sldChg chg="modSp mod">
        <pc:chgData name="Omar Sierra" userId="7dc82cb85a53f633" providerId="LiveId" clId="{81D46090-3CCD-476E-8AA3-852B76874241}" dt="2026-07-14T18:20:48.634" v="52" actId="27636"/>
        <pc:sldMkLst>
          <pc:docMk/>
          <pc:sldMk cId="0" sldId="280"/>
        </pc:sldMkLst>
        <pc:spChg chg="mod">
          <ac:chgData name="Omar Sierra" userId="7dc82cb85a53f633" providerId="LiveId" clId="{81D46090-3CCD-476E-8AA3-852B76874241}" dt="2026-07-14T18:20:48.634" v="51" actId="27636"/>
          <ac:spMkLst>
            <pc:docMk/>
            <pc:sldMk cId="0" sldId="280"/>
            <ac:spMk id="5" creationId="{00000000-0000-0000-0000-000000000000}"/>
          </ac:spMkLst>
        </pc:spChg>
        <pc:spChg chg="mod">
          <ac:chgData name="Omar Sierra" userId="7dc82cb85a53f633" providerId="LiveId" clId="{81D46090-3CCD-476E-8AA3-852B76874241}" dt="2026-07-14T18:20:48.634" v="50" actId="27636"/>
          <ac:spMkLst>
            <pc:docMk/>
            <pc:sldMk cId="0" sldId="280"/>
            <ac:spMk id="8" creationId="{00000000-0000-0000-0000-000000000000}"/>
          </ac:spMkLst>
        </pc:spChg>
        <pc:spChg chg="mod">
          <ac:chgData name="Omar Sierra" userId="7dc82cb85a53f633" providerId="LiveId" clId="{81D46090-3CCD-476E-8AA3-852B76874241}" dt="2026-07-14T18:20:48.634" v="52" actId="27636"/>
          <ac:spMkLst>
            <pc:docMk/>
            <pc:sldMk cId="0" sldId="280"/>
            <ac:spMk id="11" creationId="{00000000-0000-0000-0000-000000000000}"/>
          </ac:spMkLst>
        </pc:spChg>
        <pc:spChg chg="mod">
          <ac:chgData name="Omar Sierra" userId="7dc82cb85a53f633" providerId="LiveId" clId="{81D46090-3CCD-476E-8AA3-852B76874241}" dt="2026-07-14T18:20:48.634" v="49" actId="27636"/>
          <ac:spMkLst>
            <pc:docMk/>
            <pc:sldMk cId="0" sldId="280"/>
            <ac:spMk id="14" creationId="{00000000-0000-0000-0000-000000000000}"/>
          </ac:spMkLst>
        </pc:spChg>
      </pc:sldChg>
      <pc:sldChg chg="modSp mod">
        <pc:chgData name="Omar Sierra" userId="7dc82cb85a53f633" providerId="LiveId" clId="{81D46090-3CCD-476E-8AA3-852B76874241}" dt="2026-07-14T18:20:48.650" v="53" actId="27636"/>
        <pc:sldMkLst>
          <pc:docMk/>
          <pc:sldMk cId="0" sldId="281"/>
        </pc:sldMkLst>
        <pc:spChg chg="mod">
          <ac:chgData name="Omar Sierra" userId="7dc82cb85a53f633" providerId="LiveId" clId="{81D46090-3CCD-476E-8AA3-852B76874241}" dt="2026-07-14T18:20:48.650" v="53" actId="27636"/>
          <ac:spMkLst>
            <pc:docMk/>
            <pc:sldMk cId="0" sldId="281"/>
            <ac:spMk id="3" creationId="{00000000-0000-0000-0000-000000000000}"/>
          </ac:spMkLst>
        </pc:spChg>
      </pc:sldChg>
      <pc:sldChg chg="modSp mod">
        <pc:chgData name="Omar Sierra" userId="7dc82cb85a53f633" providerId="LiveId" clId="{81D46090-3CCD-476E-8AA3-852B76874241}" dt="2026-07-14T18:20:48.665" v="57" actId="27636"/>
        <pc:sldMkLst>
          <pc:docMk/>
          <pc:sldMk cId="0" sldId="282"/>
        </pc:sldMkLst>
        <pc:spChg chg="mod">
          <ac:chgData name="Omar Sierra" userId="7dc82cb85a53f633" providerId="LiveId" clId="{81D46090-3CCD-476E-8AA3-852B76874241}" dt="2026-07-14T18:20:48.650" v="55" actId="27636"/>
          <ac:spMkLst>
            <pc:docMk/>
            <pc:sldMk cId="0" sldId="282"/>
            <ac:spMk id="5" creationId="{00000000-0000-0000-0000-000000000000}"/>
          </ac:spMkLst>
        </pc:spChg>
        <pc:spChg chg="mod">
          <ac:chgData name="Omar Sierra" userId="7dc82cb85a53f633" providerId="LiveId" clId="{81D46090-3CCD-476E-8AA3-852B76874241}" dt="2026-07-14T18:20:48.665" v="57" actId="27636"/>
          <ac:spMkLst>
            <pc:docMk/>
            <pc:sldMk cId="0" sldId="282"/>
            <ac:spMk id="9" creationId="{00000000-0000-0000-0000-000000000000}"/>
          </ac:spMkLst>
        </pc:spChg>
        <pc:spChg chg="mod">
          <ac:chgData name="Omar Sierra" userId="7dc82cb85a53f633" providerId="LiveId" clId="{81D46090-3CCD-476E-8AA3-852B76874241}" dt="2026-07-14T18:20:48.650" v="56" actId="27636"/>
          <ac:spMkLst>
            <pc:docMk/>
            <pc:sldMk cId="0" sldId="282"/>
            <ac:spMk id="11" creationId="{00000000-0000-0000-0000-000000000000}"/>
          </ac:spMkLst>
        </pc:spChg>
        <pc:spChg chg="mod">
          <ac:chgData name="Omar Sierra" userId="7dc82cb85a53f633" providerId="LiveId" clId="{81D46090-3CCD-476E-8AA3-852B76874241}" dt="2026-07-14T18:20:48.650" v="54" actId="27636"/>
          <ac:spMkLst>
            <pc:docMk/>
            <pc:sldMk cId="0" sldId="282"/>
            <ac:spMk id="13" creationId="{00000000-0000-0000-0000-000000000000}"/>
          </ac:spMkLst>
        </pc:spChg>
      </pc:sldChg>
      <pc:sldChg chg="modSp mod">
        <pc:chgData name="Omar Sierra" userId="7dc82cb85a53f633" providerId="LiveId" clId="{81D46090-3CCD-476E-8AA3-852B76874241}" dt="2026-07-14T18:20:48.673" v="58" actId="27636"/>
        <pc:sldMkLst>
          <pc:docMk/>
          <pc:sldMk cId="0" sldId="283"/>
        </pc:sldMkLst>
        <pc:spChg chg="mod">
          <ac:chgData name="Omar Sierra" userId="7dc82cb85a53f633" providerId="LiveId" clId="{81D46090-3CCD-476E-8AA3-852B76874241}" dt="2026-07-14T18:20:48.673" v="58" actId="27636"/>
          <ac:spMkLst>
            <pc:docMk/>
            <pc:sldMk cId="0" sldId="283"/>
            <ac:spMk id="3" creationId="{00000000-0000-0000-0000-000000000000}"/>
          </ac:spMkLst>
        </pc:spChg>
      </pc:sldChg>
      <pc:sldChg chg="modSp mod">
        <pc:chgData name="Omar Sierra" userId="7dc82cb85a53f633" providerId="LiveId" clId="{81D46090-3CCD-476E-8AA3-852B76874241}" dt="2026-07-14T18:20:48.676" v="59" actId="27636"/>
        <pc:sldMkLst>
          <pc:docMk/>
          <pc:sldMk cId="0" sldId="284"/>
        </pc:sldMkLst>
        <pc:spChg chg="mod">
          <ac:chgData name="Omar Sierra" userId="7dc82cb85a53f633" providerId="LiveId" clId="{81D46090-3CCD-476E-8AA3-852B76874241}" dt="2026-07-14T18:20:48.676" v="59" actId="27636"/>
          <ac:spMkLst>
            <pc:docMk/>
            <pc:sldMk cId="0" sldId="284"/>
            <ac:spMk id="2" creationId="{00000000-0000-0000-0000-000000000000}"/>
          </ac:spMkLst>
        </pc:spChg>
      </pc:sldChg>
      <pc:sldChg chg="addSp modSp mod">
        <pc:chgData name="Omar Sierra" userId="7dc82cb85a53f633" providerId="LiveId" clId="{81D46090-3CCD-476E-8AA3-852B76874241}" dt="2026-07-14T18:28:19.554" v="142" actId="6549"/>
        <pc:sldMkLst>
          <pc:docMk/>
          <pc:sldMk cId="0" sldId="285"/>
        </pc:sldMkLst>
        <pc:spChg chg="mod">
          <ac:chgData name="Omar Sierra" userId="7dc82cb85a53f633" providerId="LiveId" clId="{81D46090-3CCD-476E-8AA3-852B76874241}" dt="2026-07-14T18:20:48.686" v="60" actId="27636"/>
          <ac:spMkLst>
            <pc:docMk/>
            <pc:sldMk cId="0" sldId="285"/>
            <ac:spMk id="2" creationId="{00000000-0000-0000-0000-000000000000}"/>
          </ac:spMkLst>
        </pc:spChg>
        <pc:spChg chg="mod">
          <ac:chgData name="Omar Sierra" userId="7dc82cb85a53f633" providerId="LiveId" clId="{81D46090-3CCD-476E-8AA3-852B76874241}" dt="2026-07-14T18:28:19.554" v="142" actId="6549"/>
          <ac:spMkLst>
            <pc:docMk/>
            <pc:sldMk cId="0" sldId="285"/>
            <ac:spMk id="3" creationId="{00000000-0000-0000-0000-000000000000}"/>
          </ac:spMkLst>
        </pc:spChg>
        <pc:spChg chg="mod">
          <ac:chgData name="Omar Sierra" userId="7dc82cb85a53f633" providerId="LiveId" clId="{81D46090-3CCD-476E-8AA3-852B76874241}" dt="2026-07-14T18:28:04.133" v="126" actId="20577"/>
          <ac:spMkLst>
            <pc:docMk/>
            <pc:sldMk cId="0" sldId="285"/>
            <ac:spMk id="4" creationId="{00000000-0000-0000-0000-000000000000}"/>
          </ac:spMkLst>
        </pc:spChg>
        <pc:picChg chg="add">
          <ac:chgData name="Omar Sierra" userId="7dc82cb85a53f633" providerId="LiveId" clId="{81D46090-3CCD-476E-8AA3-852B76874241}" dt="2026-07-14T18:27:51.070" v="109" actId="22"/>
          <ac:picMkLst>
            <pc:docMk/>
            <pc:sldMk cId="0" sldId="285"/>
            <ac:picMk id="6" creationId="{1BF1D601-EAB1-FAD8-AD66-1DA3E7A59330}"/>
          </ac:picMkLst>
        </pc:picChg>
      </pc:sldChg>
      <pc:sldChg chg="addSp modSp mod">
        <pc:chgData name="Omar Sierra" userId="7dc82cb85a53f633" providerId="LiveId" clId="{81D46090-3CCD-476E-8AA3-852B76874241}" dt="2026-07-14T18:34:36.630" v="370"/>
        <pc:sldMkLst>
          <pc:docMk/>
          <pc:sldMk cId="0" sldId="286"/>
        </pc:sldMkLst>
        <pc:spChg chg="add mod">
          <ac:chgData name="Omar Sierra" userId="7dc82cb85a53f633" providerId="LiveId" clId="{81D46090-3CCD-476E-8AA3-852B76874241}" dt="2026-07-14T18:33:17.323" v="353" actId="20577"/>
          <ac:spMkLst>
            <pc:docMk/>
            <pc:sldMk cId="0" sldId="286"/>
            <ac:spMk id="6" creationId="{01FE16E1-E18A-594F-A813-84D48D0F4F2E}"/>
          </ac:spMkLst>
        </pc:spChg>
        <pc:picChg chg="add mod modCrop">
          <ac:chgData name="Omar Sierra" userId="7dc82cb85a53f633" providerId="LiveId" clId="{81D46090-3CCD-476E-8AA3-852B76874241}" dt="2026-07-14T18:33:50.048" v="361" actId="1076"/>
          <ac:picMkLst>
            <pc:docMk/>
            <pc:sldMk cId="0" sldId="286"/>
            <ac:picMk id="4" creationId="{1C142E2A-F849-85D6-3FDC-B0C767D3F89C}"/>
          </ac:picMkLst>
        </pc:picChg>
        <pc:picChg chg="add mod modCrop">
          <ac:chgData name="Omar Sierra" userId="7dc82cb85a53f633" providerId="LiveId" clId="{81D46090-3CCD-476E-8AA3-852B76874241}" dt="2026-07-14T18:34:36.630" v="370"/>
          <ac:picMkLst>
            <pc:docMk/>
            <pc:sldMk cId="0" sldId="286"/>
            <ac:picMk id="8" creationId="{C6F923B8-DE30-4CAE-19C5-1A6DBD526ED7}"/>
          </ac:picMkLst>
        </pc:picChg>
      </pc:sldChg>
      <pc:sldChg chg="modSp mod">
        <pc:chgData name="Omar Sierra" userId="7dc82cb85a53f633" providerId="LiveId" clId="{81D46090-3CCD-476E-8AA3-852B76874241}" dt="2026-07-14T18:20:48.694" v="62" actId="27636"/>
        <pc:sldMkLst>
          <pc:docMk/>
          <pc:sldMk cId="0" sldId="287"/>
        </pc:sldMkLst>
        <pc:spChg chg="mod">
          <ac:chgData name="Omar Sierra" userId="7dc82cb85a53f633" providerId="LiveId" clId="{81D46090-3CCD-476E-8AA3-852B76874241}" dt="2026-07-14T18:20:48.694" v="62" actId="27636"/>
          <ac:spMkLst>
            <pc:docMk/>
            <pc:sldMk cId="0" sldId="287"/>
            <ac:spMk id="5" creationId="{00000000-0000-0000-0000-000000000000}"/>
          </ac:spMkLst>
        </pc:spChg>
      </pc:sldChg>
      <pc:sldChg chg="modSp mod">
        <pc:chgData name="Omar Sierra" userId="7dc82cb85a53f633" providerId="LiveId" clId="{81D46090-3CCD-476E-8AA3-852B76874241}" dt="2026-07-14T18:20:48.720" v="63" actId="27636"/>
        <pc:sldMkLst>
          <pc:docMk/>
          <pc:sldMk cId="0" sldId="288"/>
        </pc:sldMkLst>
        <pc:spChg chg="mod">
          <ac:chgData name="Omar Sierra" userId="7dc82cb85a53f633" providerId="LiveId" clId="{81D46090-3CCD-476E-8AA3-852B76874241}" dt="2026-07-14T18:20:48.720" v="63" actId="27636"/>
          <ac:spMkLst>
            <pc:docMk/>
            <pc:sldMk cId="0" sldId="288"/>
            <ac:spMk id="5" creationId="{00000000-0000-0000-0000-000000000000}"/>
          </ac:spMkLst>
        </pc:spChg>
      </pc:sldChg>
      <pc:sldChg chg="modSp mod">
        <pc:chgData name="Omar Sierra" userId="7dc82cb85a53f633" providerId="LiveId" clId="{81D46090-3CCD-476E-8AA3-852B76874241}" dt="2026-07-14T18:20:48.724" v="64" actId="27636"/>
        <pc:sldMkLst>
          <pc:docMk/>
          <pc:sldMk cId="0" sldId="289"/>
        </pc:sldMkLst>
        <pc:spChg chg="mod">
          <ac:chgData name="Omar Sierra" userId="7dc82cb85a53f633" providerId="LiveId" clId="{81D46090-3CCD-476E-8AA3-852B76874241}" dt="2026-07-14T18:20:48.724" v="64" actId="27636"/>
          <ac:spMkLst>
            <pc:docMk/>
            <pc:sldMk cId="0" sldId="289"/>
            <ac:spMk id="5" creationId="{00000000-0000-0000-0000-000000000000}"/>
          </ac:spMkLst>
        </pc:spChg>
      </pc:sldChg>
      <pc:sldChg chg="modSp mod">
        <pc:chgData name="Omar Sierra" userId="7dc82cb85a53f633" providerId="LiveId" clId="{81D46090-3CCD-476E-8AA3-852B76874241}" dt="2026-07-14T18:20:48.726" v="65" actId="27636"/>
        <pc:sldMkLst>
          <pc:docMk/>
          <pc:sldMk cId="0" sldId="290"/>
        </pc:sldMkLst>
        <pc:spChg chg="mod">
          <ac:chgData name="Omar Sierra" userId="7dc82cb85a53f633" providerId="LiveId" clId="{81D46090-3CCD-476E-8AA3-852B76874241}" dt="2026-07-14T18:20:48.726" v="65" actId="27636"/>
          <ac:spMkLst>
            <pc:docMk/>
            <pc:sldMk cId="0" sldId="290"/>
            <ac:spMk id="5" creationId="{00000000-0000-0000-0000-000000000000}"/>
          </ac:spMkLst>
        </pc:spChg>
      </pc:sldChg>
      <pc:sldChg chg="modSp mod">
        <pc:chgData name="Omar Sierra" userId="7dc82cb85a53f633" providerId="LiveId" clId="{81D46090-3CCD-476E-8AA3-852B76874241}" dt="2026-07-14T18:20:48.737" v="66" actId="27636"/>
        <pc:sldMkLst>
          <pc:docMk/>
          <pc:sldMk cId="0" sldId="291"/>
        </pc:sldMkLst>
        <pc:spChg chg="mod">
          <ac:chgData name="Omar Sierra" userId="7dc82cb85a53f633" providerId="LiveId" clId="{81D46090-3CCD-476E-8AA3-852B76874241}" dt="2026-07-14T18:20:48.737" v="66" actId="27636"/>
          <ac:spMkLst>
            <pc:docMk/>
            <pc:sldMk cId="0" sldId="291"/>
            <ac:spMk id="5" creationId="{00000000-0000-0000-0000-000000000000}"/>
          </ac:spMkLst>
        </pc:spChg>
      </pc:sldChg>
      <pc:sldChg chg="modSp mod">
        <pc:chgData name="Omar Sierra" userId="7dc82cb85a53f633" providerId="LiveId" clId="{81D46090-3CCD-476E-8AA3-852B76874241}" dt="2026-07-14T18:20:48.743" v="67" actId="27636"/>
        <pc:sldMkLst>
          <pc:docMk/>
          <pc:sldMk cId="0" sldId="292"/>
        </pc:sldMkLst>
        <pc:spChg chg="mod">
          <ac:chgData name="Omar Sierra" userId="7dc82cb85a53f633" providerId="LiveId" clId="{81D46090-3CCD-476E-8AA3-852B76874241}" dt="2026-07-14T18:20:48.743" v="67" actId="27636"/>
          <ac:spMkLst>
            <pc:docMk/>
            <pc:sldMk cId="0" sldId="292"/>
            <ac:spMk id="5" creationId="{00000000-0000-0000-0000-000000000000}"/>
          </ac:spMkLst>
        </pc:spChg>
      </pc:sldChg>
      <pc:sldChg chg="modSp mod">
        <pc:chgData name="Omar Sierra" userId="7dc82cb85a53f633" providerId="LiveId" clId="{81D46090-3CCD-476E-8AA3-852B76874241}" dt="2026-07-14T18:20:48.756" v="68" actId="27636"/>
        <pc:sldMkLst>
          <pc:docMk/>
          <pc:sldMk cId="0" sldId="293"/>
        </pc:sldMkLst>
        <pc:spChg chg="mod">
          <ac:chgData name="Omar Sierra" userId="7dc82cb85a53f633" providerId="LiveId" clId="{81D46090-3CCD-476E-8AA3-852B76874241}" dt="2026-07-14T18:20:48.756" v="68" actId="27636"/>
          <ac:spMkLst>
            <pc:docMk/>
            <pc:sldMk cId="0" sldId="293"/>
            <ac:spMk id="5" creationId="{00000000-0000-0000-0000-000000000000}"/>
          </ac:spMkLst>
        </pc:spChg>
      </pc:sldChg>
      <pc:sldChg chg="modSp mod">
        <pc:chgData name="Omar Sierra" userId="7dc82cb85a53f633" providerId="LiveId" clId="{81D46090-3CCD-476E-8AA3-852B76874241}" dt="2026-07-14T18:20:48.766" v="69" actId="27636"/>
        <pc:sldMkLst>
          <pc:docMk/>
          <pc:sldMk cId="0" sldId="294"/>
        </pc:sldMkLst>
        <pc:spChg chg="mod">
          <ac:chgData name="Omar Sierra" userId="7dc82cb85a53f633" providerId="LiveId" clId="{81D46090-3CCD-476E-8AA3-852B76874241}" dt="2026-07-14T18:20:48.766" v="69" actId="27636"/>
          <ac:spMkLst>
            <pc:docMk/>
            <pc:sldMk cId="0" sldId="294"/>
            <ac:spMk id="2" creationId="{00000000-0000-0000-0000-000000000000}"/>
          </ac:spMkLst>
        </pc:spChg>
      </pc:sldChg>
      <pc:sldChg chg="addSp modSp mod">
        <pc:chgData name="Omar Sierra" userId="7dc82cb85a53f633" providerId="LiveId" clId="{81D46090-3CCD-476E-8AA3-852B76874241}" dt="2026-07-14T18:40:48.199" v="916" actId="20577"/>
        <pc:sldMkLst>
          <pc:docMk/>
          <pc:sldMk cId="0" sldId="295"/>
        </pc:sldMkLst>
        <pc:spChg chg="mod">
          <ac:chgData name="Omar Sierra" userId="7dc82cb85a53f633" providerId="LiveId" clId="{81D46090-3CCD-476E-8AA3-852B76874241}" dt="2026-07-14T18:20:48.768" v="70" actId="27636"/>
          <ac:spMkLst>
            <pc:docMk/>
            <pc:sldMk cId="0" sldId="295"/>
            <ac:spMk id="2" creationId="{00000000-0000-0000-0000-000000000000}"/>
          </ac:spMkLst>
        </pc:spChg>
        <pc:spChg chg="add mod">
          <ac:chgData name="Omar Sierra" userId="7dc82cb85a53f633" providerId="LiveId" clId="{81D46090-3CCD-476E-8AA3-852B76874241}" dt="2026-07-14T18:40:48.199" v="916" actId="20577"/>
          <ac:spMkLst>
            <pc:docMk/>
            <pc:sldMk cId="0" sldId="295"/>
            <ac:spMk id="8" creationId="{0928849D-CD07-6391-FBB3-E3859DCE86C5}"/>
          </ac:spMkLst>
        </pc:spChg>
        <pc:picChg chg="add mod modCrop">
          <ac:chgData name="Omar Sierra" userId="7dc82cb85a53f633" providerId="LiveId" clId="{81D46090-3CCD-476E-8AA3-852B76874241}" dt="2026-07-14T18:35:44.003" v="377" actId="14100"/>
          <ac:picMkLst>
            <pc:docMk/>
            <pc:sldMk cId="0" sldId="295"/>
            <ac:picMk id="4" creationId="{AC211483-E558-8F81-910E-51CE34D6E1B9}"/>
          </ac:picMkLst>
        </pc:picChg>
        <pc:picChg chg="add mod modCrop">
          <ac:chgData name="Omar Sierra" userId="7dc82cb85a53f633" providerId="LiveId" clId="{81D46090-3CCD-476E-8AA3-852B76874241}" dt="2026-07-14T18:35:58.791" v="381" actId="1076"/>
          <ac:picMkLst>
            <pc:docMk/>
            <pc:sldMk cId="0" sldId="295"/>
            <ac:picMk id="6" creationId="{0C769190-8597-B616-5193-11CFBF7DDB43}"/>
          </ac:picMkLst>
        </pc:picChg>
      </pc:sldChg>
      <pc:sldChg chg="modSp mod">
        <pc:chgData name="Omar Sierra" userId="7dc82cb85a53f633" providerId="LiveId" clId="{81D46090-3CCD-476E-8AA3-852B76874241}" dt="2026-07-14T18:20:48.768" v="71" actId="27636"/>
        <pc:sldMkLst>
          <pc:docMk/>
          <pc:sldMk cId="0" sldId="296"/>
        </pc:sldMkLst>
        <pc:spChg chg="mod">
          <ac:chgData name="Omar Sierra" userId="7dc82cb85a53f633" providerId="LiveId" clId="{81D46090-3CCD-476E-8AA3-852B76874241}" dt="2026-07-14T18:20:48.768" v="71" actId="27636"/>
          <ac:spMkLst>
            <pc:docMk/>
            <pc:sldMk cId="0" sldId="296"/>
            <ac:spMk id="3" creationId="{00000000-0000-0000-0000-000000000000}"/>
          </ac:spMkLst>
        </pc:spChg>
      </pc:sldChg>
      <pc:sldChg chg="addSp modSp mod">
        <pc:chgData name="Omar Sierra" userId="7dc82cb85a53f633" providerId="LiveId" clId="{81D46090-3CCD-476E-8AA3-852B76874241}" dt="2026-07-14T19:06:46.768" v="928" actId="1076"/>
        <pc:sldMkLst>
          <pc:docMk/>
          <pc:sldMk cId="0" sldId="297"/>
        </pc:sldMkLst>
        <pc:spChg chg="mod">
          <ac:chgData name="Omar Sierra" userId="7dc82cb85a53f633" providerId="LiveId" clId="{81D46090-3CCD-476E-8AA3-852B76874241}" dt="2026-07-14T18:20:48.785" v="72" actId="27636"/>
          <ac:spMkLst>
            <pc:docMk/>
            <pc:sldMk cId="0" sldId="297"/>
            <ac:spMk id="2" creationId="{00000000-0000-0000-0000-000000000000}"/>
          </ac:spMkLst>
        </pc:spChg>
        <pc:picChg chg="add mod">
          <ac:chgData name="Omar Sierra" userId="7dc82cb85a53f633" providerId="LiveId" clId="{81D46090-3CCD-476E-8AA3-852B76874241}" dt="2026-07-14T19:06:46.768" v="928" actId="1076"/>
          <ac:picMkLst>
            <pc:docMk/>
            <pc:sldMk cId="0" sldId="297"/>
            <ac:picMk id="11" creationId="{9685D32D-20B8-A4C5-3E26-10FF545A316E}"/>
          </ac:picMkLst>
        </pc:picChg>
      </pc:sldChg>
      <pc:sldChg chg="delSp add mod setBg">
        <pc:chgData name="Omar Sierra" userId="7dc82cb85a53f633" providerId="LiveId" clId="{81D46090-3CCD-476E-8AA3-852B76874241}" dt="2026-07-14T19:07:36.536" v="930" actId="478"/>
        <pc:sldMkLst>
          <pc:docMk/>
          <pc:sldMk cId="1834019082" sldId="298"/>
        </pc:sldMkLst>
        <pc:spChg chg="del">
          <ac:chgData name="Omar Sierra" userId="7dc82cb85a53f633" providerId="LiveId" clId="{81D46090-3CCD-476E-8AA3-852B76874241}" dt="2026-07-14T19:07:36.536" v="930" actId="478"/>
          <ac:spMkLst>
            <pc:docMk/>
            <pc:sldMk cId="1834019082" sldId="298"/>
            <ac:spMk id="4" creationId="{B7E68192-7BCF-7396-E971-20299F690177}"/>
          </ac:spMkLst>
        </pc:spChg>
      </pc:sldChg>
      <pc:sldMasterChg chg="addSp delSp modSp mod modSldLayout">
        <pc:chgData name="Omar Sierra" userId="7dc82cb85a53f633" providerId="LiveId" clId="{81D46090-3CCD-476E-8AA3-852B76874241}" dt="2026-07-14T19:06:05.147" v="924" actId="22"/>
        <pc:sldMasterMkLst>
          <pc:docMk/>
          <pc:sldMasterMk cId="0" sldId="2147483648"/>
        </pc:sldMasterMkLst>
        <pc:spChg chg="add del mod">
          <ac:chgData name="Omar Sierra" userId="7dc82cb85a53f633" providerId="LiveId" clId="{81D46090-3CCD-476E-8AA3-852B76874241}" dt="2026-07-14T19:06:01.575" v="922" actId="478"/>
          <ac:spMkLst>
            <pc:docMk/>
            <pc:sldMasterMk cId="0" sldId="2147483648"/>
            <ac:spMk id="3" creationId="{470C1DED-7CCE-3952-D5AC-1FED9CDAB764}"/>
          </ac:spMkLst>
        </pc:spChg>
        <pc:spChg chg="add">
          <ac:chgData name="Omar Sierra" userId="7dc82cb85a53f633" providerId="LiveId" clId="{81D46090-3CCD-476E-8AA3-852B76874241}" dt="2026-07-14T19:06:05.147" v="924" actId="22"/>
          <ac:spMkLst>
            <pc:docMk/>
            <pc:sldMasterMk cId="0" sldId="2147483648"/>
            <ac:spMk id="5" creationId="{5ED47C9C-387D-3989-D86F-73B186B06423}"/>
          </ac:spMkLst>
        </pc:spChg>
        <pc:sldLayoutChg chg="addSp delSp modSp mod">
          <pc:chgData name="Omar Sierra" userId="7dc82cb85a53f633" providerId="LiveId" clId="{81D46090-3CCD-476E-8AA3-852B76874241}" dt="2026-07-14T19:06:03.812" v="923" actId="21"/>
          <pc:sldLayoutMkLst>
            <pc:docMk/>
            <pc:sldMasterMk cId="0" sldId="2147483648"/>
            <pc:sldLayoutMk cId="0" sldId="2147483649"/>
          </pc:sldLayoutMkLst>
          <pc:spChg chg="add del mod">
            <ac:chgData name="Omar Sierra" userId="7dc82cb85a53f633" providerId="LiveId" clId="{81D46090-3CCD-476E-8AA3-852B76874241}" dt="2026-07-14T19:06:03.812" v="923" actId="21"/>
            <ac:spMkLst>
              <pc:docMk/>
              <pc:sldMasterMk cId="0" sldId="2147483648"/>
              <pc:sldLayoutMk cId="0" sldId="2147483649"/>
              <ac:spMk id="3" creationId="{10CC231B-729F-34E1-62D5-A5501DECD951}"/>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542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Presentarse. Marcar que esta sesión cubre solo las Partes I y II del libro (el diagnóstico y el sistema PCA), no las partes III-V.</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mapa de la sesión y los tiempos. Aclarar que habrá un ejercicio práctico.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 la primera parte: el diagnóstico, sin proponer todavía ninguna solución.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cotización de manufactura, 14 a 6 pasos, el tiempo de respuesta no cambió. La causa real era la calidad de la información de entrada, no el número de pasos.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costo de pensar mal no tiene cuenta contable: migra a otros renglones (rotación, inventario, retrabajo, juntas) y se disfraza de causas legítimas.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director de logística con 22 años de experiencia no detecta que el patrón de demanda de su cliente cambió de fondo. La experiencia como mapa vs. como ancla.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fuentes conviven en cada decisión con el mismo tono de seguridad. Separar antes de mezclar.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Tesis que cierra la Parte I: dos gerentes con la misma IA obtienen resultados opuestos según la calidad de su pensamiento. La IA amplifica, no sustituye.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la Parte I diagnosticó, la Parte II construye el sistema completo con sus ocho pilares.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Declaración del sistema. Aclarar lo que NO es: ni curso de IA, ni pensamiento crítico académico.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Panorama de los ocho pilares antes de profundizar uno por uno. Mencionar las tradiciones detrás: Drucker, Kahneman, Paul y Elder, De Bono, Senge, Taleb.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Panorama de los ocho pilares antes de profundizar uno por uno. Mencionar las tradiciones detrás: Drucker, Kahneman, Paul y Elder, De Bono, Senge, Taleb.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el indicador de entregas a tiempo subía de 78% a 91%, pero el equipo de planeación renegociaba fechas comprometidas para inflar el número. Gemba: ir a ver antes de confiar en el resumen.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 la IA en Realidad: puede detectar anomalías en los datos disponibles, pero no puede observar una realidad a la que nunca tuvo acceso. Ir a verificar sigue siendo decisión humana.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prohibir la renegociación de fechas hizo que el indicador cayera de nuevo — pero el problema real (por qué llegaba tarde la operación) seguía intacto.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 la IA: puede generar hipótesis alternativas de causa y simular su efecto sobre el indicador. No decide cuál hipótesis merece la inversión de tiempo de la organización.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sesgo de confirmación — el gerente con 15 años de experiencia culpó a ventas; la sala asintió; los datos mostraban que en 60% de los casos ventas sí había validado con planeación.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 la IA: cuestionador imparcial, sin historia personal ni desgaste de 15 años escuchando la misma queja. Alguien tiene que decidir pedirle esa pregunta.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'la productividad está baja' se convierte, al exigir cifras, en '18% de caída concentrada en turnos con más cambios de formato'. 5 estándares de Paul y Elder.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 la IA: auditor de estándares, señala en qué estándar es débil una afirmación. Alguien debe pedir la auditoría y estar dispuesto a escuchar la respuesta.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propuesta de horas extra aprobada sin comparar; al preguntar 'qué otra opción consideramos', silencio; nueva sesión genera alternativa mejor: reagrupar producción por familia.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 la IA: generador de alternativas a alta velocidad, 10 opciones donde un equipo genera 2. Evaluar cuáles son viables sigue siendo humano.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reagrupar producción resolvió la línea de empaque pero rompió el tiempo de respuesta a clientes pequeños, cuyos pedidos esperaban acumular volumen.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 la IA: modelador sistémico, mapea interdependencias que ningún departamento ve solo. Las relaciones informales quedan fuera del mapa.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el nuevo esquema dependía de un solo proveedor certificado de empaque. Frágil / robusto / antifrágil. Pre-mortem: imaginar que el plan ya falló.</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 la IA: simulador de riesgos, explora decenas de escenarios en minutos. Decidir qué tolerancia al riesgo asumir sigue siendo humano.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plan excelente en papel pero vago en ejecución; nadie tenía asignado dar seguimiento. El director cierra con 3 asignaciones claras.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 la IA: documentadora, construye memoria organizacional que sobrevive a la rotación de personas. Alguien debe pedir y volver a consultar ese registro.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práctica: no se activan los ocho pilares en cada decisión. Tres dimensiones determinan cuáles activar; el pilar 8 siempre aplica.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Parte III del libro. Siete roles concretos de la IA frente a los ocho pilares de PCA, sin asumir nunca la decisión final.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directora de finanzas pide a la IA leer su propuesta de inversión sin cortesía; revela que las proyecciones asumían que el crecimiento atípico de dos clientes grandes se repetiría indefinidamente.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directora de finanzas pide a la IA leer su propuesta de inversión sin cortesía; revela que las proyecciones asumían que el crecimiento atípico de dos clientes grandes se repetiría indefinidamente.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gerente de calidad cruza reportes, entrevistas, correos y notas manuscritas de dos años; la IA conecta tres menciones dispersas sobre el personal de cobertura de los lunes.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diagnóstico de madurez operacional 'sólido' se somete a un cuestionador externo; revela que el cumplimiento real variaba mucho entre turnos, oculto por el promedio.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máquina de teñido que fallaba cada 22 días; en vez de comprar una máquina de respaldo, la IA generó quince alternativas; la más rentable reordenó la producción.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planta mejoró tres áreas por separado pero la producción total casi no creció; el mapa reveló que la restricción real estaba en una estación de calibración, no en las áreas mejoradas.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nuevo proceso de esterilización; un análisis etapa por etapa (gravedad x probabilidad x detectabilidad) reveló que el riesgo más discutido era el más fácil de detectar, y el riesgo real era casi invisible.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el mismo problema de pérdida de velocidad en cambio de turno se había 'resuelto' cuatro veces en tres años con soluciones distintas que nunca sobrevivieron.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Parte III: un mapa de los siete roles organizado por la pregunta que responden, y tres preguntas antes de pedirle algo a un sistema.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Parte III: un mapa de los siete roles organizado por la pregunta que responden, y tres preguntas antes de pedirle algo a un sistema.</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práctico de 15 minutos. Formar equipos de 2-3 personas. Dar 5 minutos para elegir el problema, 5 para aplicar las tres preguntas, 5 para compartir con el grupo.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01C3E-8E88-F990-D0A0-8A29E32C7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A8849-7A2D-6AE9-C780-C489EE9F5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C7B8C-0955-2218-C138-1474E59A4C30}"/>
              </a:ext>
            </a:extLst>
          </p:cNvPr>
          <p:cNvSpPr>
            <a:spLocks noGrp="1"/>
          </p:cNvSpPr>
          <p:nvPr>
            <p:ph type="body" idx="1"/>
          </p:nvPr>
        </p:nvSpPr>
        <p:spPr/>
        <p:txBody>
          <a:bodyPr/>
          <a:lstStyle/>
          <a:p>
            <a:r>
              <a:rPr lang="en-US" dirty="0"/>
              <a:t>Cierre. Recapitular la tesis. Mencionar, sin insistir, que existe un taller completo de los 8 pilares y consultoría NOS™ para quien quiera profundizar. Compartir contacto.</a:t>
            </a:r>
          </a:p>
        </p:txBody>
      </p:sp>
      <p:sp>
        <p:nvSpPr>
          <p:cNvPr id="4" name="Slide Number Placeholder 3">
            <a:extLst>
              <a:ext uri="{FF2B5EF4-FFF2-40B4-BE49-F238E27FC236}">
                <a16:creationId xmlns:a16="http://schemas.microsoft.com/office/drawing/2014/main" id="{96487D5F-C41D-23CF-DB3B-A5D58259E0F3}"/>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6176887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Recapitular la tesis. Mencionar, sin insistir, que existe un taller completo de los 8 pilares y consultoría NOS™ para quien quiera profundizar. Compartir contacto.</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reeform 10">
            <a:extLst>
              <a:ext uri="{FF2B5EF4-FFF2-40B4-BE49-F238E27FC236}">
                <a16:creationId xmlns:a16="http://schemas.microsoft.com/office/drawing/2014/main" id="{5ED47C9C-387D-3989-D86F-73B186B06423}"/>
              </a:ext>
            </a:extLst>
          </p:cNvPr>
          <p:cNvSpPr>
            <a:spLocks noChangeAspect="1"/>
          </p:cNvSpPr>
          <p:nvPr userDrawn="1"/>
        </p:nvSpPr>
        <p:spPr>
          <a:xfrm>
            <a:off x="17327880" y="140645"/>
            <a:ext cx="787498" cy="777204"/>
          </a:xfrm>
          <a:custGeom>
            <a:avLst/>
            <a:gdLst/>
            <a:ahLst/>
            <a:cxnLst/>
            <a:rect l="l" t="t" r="r" b="b"/>
            <a:pathLst>
              <a:path w="1505048" h="1485375">
                <a:moveTo>
                  <a:pt x="0" y="0"/>
                </a:moveTo>
                <a:lnTo>
                  <a:pt x="1505048" y="0"/>
                </a:lnTo>
                <a:lnTo>
                  <a:pt x="1505048" y="1485374"/>
                </a:lnTo>
                <a:lnTo>
                  <a:pt x="0" y="1485374"/>
                </a:lnTo>
                <a:lnTo>
                  <a:pt x="0" y="0"/>
                </a:lnTo>
                <a:close/>
              </a:path>
            </a:pathLst>
          </a:custGeom>
          <a:blipFill>
            <a:blip r:embed="rId3"/>
            <a:stretch>
              <a:fillRect l="-3110" t="-7091" r="-195122" b="-19762"/>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2.bin"/><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2.bin"/><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27497"/>
            <a:ext cx="114300" cy="114300"/>
          </a:xfrm>
          <a:prstGeom prst="rect">
            <a:avLst/>
          </a:prstGeom>
          <a:solidFill>
            <a:srgbClr val="5980A6"/>
          </a:solidFill>
          <a:ln/>
        </p:spPr>
        <p:txBody>
          <a:bodyPr/>
          <a:lstStyle/>
          <a:p>
            <a:endParaRPr lang="en-US"/>
          </a:p>
        </p:txBody>
      </p:sp>
      <p:sp>
        <p:nvSpPr>
          <p:cNvPr id="3" name="Text 1"/>
          <p:cNvSpPr/>
          <p:nvPr/>
        </p:nvSpPr>
        <p:spPr>
          <a:xfrm>
            <a:off x="1219200" y="800100"/>
            <a:ext cx="5604677"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b="1" kern="0" spc="263" dirty="0">
                <a:solidFill>
                  <a:srgbClr val="416180"/>
                </a:solidFill>
                <a:latin typeface="Barlow Condensed" pitchFamily="34" charset="0"/>
                <a:ea typeface="Barlow Condensed" pitchFamily="34" charset="-122"/>
                <a:cs typeface="Barlow Condensed" pitchFamily="34" charset="-120"/>
              </a:rPr>
              <a:t>TALLER EJECUTIVO · PARTES I &amp; II DEL LIBRO</a:t>
            </a:r>
            <a:endParaRPr lang="en-US" sz="1875" dirty="0"/>
          </a:p>
        </p:txBody>
      </p:sp>
      <p:sp>
        <p:nvSpPr>
          <p:cNvPr id="4" name="Text 2"/>
          <p:cNvSpPr/>
          <p:nvPr/>
        </p:nvSpPr>
        <p:spPr>
          <a:xfrm>
            <a:off x="952500" y="1666161"/>
            <a:ext cx="9665674" cy="4324350"/>
          </a:xfrm>
          <a:prstGeom prst="rect">
            <a:avLst/>
          </a:prstGeom>
          <a:noFill/>
          <a:ln/>
        </p:spPr>
        <p:txBody>
          <a:bodyPr wrap="square" lIns="25400" tIns="25400" rIns="25400" bIns="25400" rtlCol="0" anchor="t">
            <a:normAutofit/>
          </a:bodyPr>
          <a:lstStyle/>
          <a:p>
            <a:pPr marL="0" indent="0" algn="l">
              <a:lnSpc>
                <a:spcPct val="82965"/>
              </a:lnSpc>
              <a:buNone/>
            </a:pPr>
            <a:r>
              <a:rPr lang="en-US" sz="11250" b="1" kern="0" spc="-112" dirty="0">
                <a:solidFill>
                  <a:srgbClr val="1D1F20"/>
                </a:solidFill>
                <a:latin typeface="Barlow Condensed" pitchFamily="34" charset="0"/>
                <a:ea typeface="Barlow Condensed" pitchFamily="34" charset="-122"/>
                <a:cs typeface="Barlow Condensed" pitchFamily="34" charset="-120"/>
              </a:rPr>
              <a:t>Pensamiento Crítico Aumentado</a:t>
            </a:r>
            <a:r>
              <a:rPr lang="en-US" sz="11250" b="1" kern="0" spc="-112" dirty="0">
                <a:solidFill>
                  <a:srgbClr val="416180"/>
                </a:solidFill>
                <a:latin typeface="Barlow Condensed" pitchFamily="34" charset="0"/>
                <a:ea typeface="Barlow Condensed" pitchFamily="34" charset="-122"/>
                <a:cs typeface="Barlow Condensed" pitchFamily="34" charset="-120"/>
              </a:rPr>
              <a:t>™</a:t>
            </a:r>
            <a:endParaRPr lang="en-US" sz="11250" dirty="0"/>
          </a:p>
        </p:txBody>
      </p:sp>
      <p:sp>
        <p:nvSpPr>
          <p:cNvPr id="5" name="Text 3"/>
          <p:cNvSpPr/>
          <p:nvPr/>
        </p:nvSpPr>
        <p:spPr>
          <a:xfrm>
            <a:off x="952500" y="6161961"/>
            <a:ext cx="11000508" cy="2164080"/>
          </a:xfrm>
          <a:prstGeom prst="rect">
            <a:avLst/>
          </a:prstGeom>
          <a:noFill/>
          <a:ln/>
        </p:spPr>
        <p:txBody>
          <a:bodyPr wrap="square" lIns="25400" tIns="25400" rIns="25400" bIns="25400" rtlCol="0" anchor="t">
            <a:normAutofit/>
          </a:bodyPr>
          <a:lstStyle/>
          <a:p>
            <a:pPr marL="0" indent="0" algn="l">
              <a:lnSpc>
                <a:spcPct val="129167"/>
              </a:lnSpc>
              <a:buNone/>
            </a:pPr>
            <a:r>
              <a:rPr lang="en-US" sz="3600" dirty="0">
                <a:solidFill>
                  <a:srgbClr val="2C455D"/>
                </a:solidFill>
                <a:latin typeface="Barlow" pitchFamily="34" charset="0"/>
                <a:ea typeface="Barlow" pitchFamily="34" charset="-122"/>
                <a:cs typeface="Barlow" pitchFamily="34" charset="-120"/>
              </a:rPr>
              <a:t>Cómo pensar mejor, usar la inteligencia artificial con criterio y convertir decisiones en resultados.</a:t>
            </a:r>
            <a:endParaRPr lang="en-US" sz="3600" dirty="0"/>
          </a:p>
        </p:txBody>
      </p:sp>
      <p:sp>
        <p:nvSpPr>
          <p:cNvPr id="6" name="Text 4"/>
          <p:cNvSpPr/>
          <p:nvPr/>
        </p:nvSpPr>
        <p:spPr>
          <a:xfrm>
            <a:off x="952500" y="8784907"/>
            <a:ext cx="4284905"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Omar Alejandro Sierra Escareño</a:t>
            </a:r>
            <a:endParaRPr lang="en-US" sz="2175" dirty="0"/>
          </a:p>
        </p:txBody>
      </p:sp>
      <p:sp>
        <p:nvSpPr>
          <p:cNvPr id="7" name="Text 5"/>
          <p:cNvSpPr/>
          <p:nvPr/>
        </p:nvSpPr>
        <p:spPr>
          <a:xfrm>
            <a:off x="952500" y="9270206"/>
            <a:ext cx="4284905"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416180"/>
                </a:solidFill>
                <a:latin typeface="Barlow" pitchFamily="34" charset="0"/>
                <a:ea typeface="Barlow" pitchFamily="34" charset="-122"/>
                <a:cs typeface="Barlow" pitchFamily="34" charset="-120"/>
              </a:rPr>
              <a:t>NextGen OPEX Consulting</a:t>
            </a:r>
            <a:endParaRPr lang="en-US" sz="1875" dirty="0"/>
          </a:p>
        </p:txBody>
      </p:sp>
      <p:sp>
        <p:nvSpPr>
          <p:cNvPr id="8" name="Shape 6"/>
          <p:cNvSpPr/>
          <p:nvPr/>
        </p:nvSpPr>
        <p:spPr>
          <a:xfrm>
            <a:off x="8241149" y="9601200"/>
            <a:ext cx="2095500" cy="38100"/>
          </a:xfrm>
          <a:prstGeom prst="rect">
            <a:avLst/>
          </a:prstGeom>
          <a:solidFill>
            <a:srgbClr val="5980A6"/>
          </a:solidFill>
          <a:ln/>
        </p:spPr>
        <p:txBody>
          <a:bodyPr/>
          <a:lstStyle/>
          <a:p>
            <a:endParaRPr lang="en-US"/>
          </a:p>
        </p:txBody>
      </p:sp>
      <p:pic>
        <p:nvPicPr>
          <p:cNvPr id="14" name="Imagen 13">
            <a:extLst>
              <a:ext uri="{FF2B5EF4-FFF2-40B4-BE49-F238E27FC236}">
                <a16:creationId xmlns:a16="http://schemas.microsoft.com/office/drawing/2014/main" id="{AAC910B5-1F79-B255-CAF1-669F23EF999E}"/>
              </a:ext>
            </a:extLst>
          </p:cNvPr>
          <p:cNvPicPr>
            <a:picLocks noChangeAspect="1"/>
          </p:cNvPicPr>
          <p:nvPr/>
        </p:nvPicPr>
        <p:blipFill>
          <a:blip r:embed="rId3">
            <a:clrChange>
              <a:clrFrom>
                <a:srgbClr val="FEFEFE"/>
              </a:clrFrom>
              <a:clrTo>
                <a:srgbClr val="FEFEFE">
                  <a:alpha val="0"/>
                </a:srgbClr>
              </a:clrTo>
            </a:clrChange>
          </a:blip>
          <a:stretch>
            <a:fillRect/>
          </a:stretch>
        </p:blipFill>
        <p:spPr>
          <a:xfrm>
            <a:off x="13395415" y="8110368"/>
            <a:ext cx="3754209" cy="1567032"/>
          </a:xfrm>
          <a:prstGeom prst="rect">
            <a:avLst/>
          </a:prstGeom>
        </p:spPr>
      </p:pic>
      <p:pic>
        <p:nvPicPr>
          <p:cNvPr id="18" name="Image 0" descr="preencoded.png">
            <a:extLst>
              <a:ext uri="{FF2B5EF4-FFF2-40B4-BE49-F238E27FC236}">
                <a16:creationId xmlns:a16="http://schemas.microsoft.com/office/drawing/2014/main" id="{AD803F0C-022D-34C2-84AD-3782A82619FB}"/>
              </a:ext>
            </a:extLst>
          </p:cNvPr>
          <p:cNvPicPr>
            <a:picLocks noChangeAspect="1"/>
          </p:cNvPicPr>
          <p:nvPr/>
        </p:nvPicPr>
        <p:blipFill>
          <a:blip r:embed="rId4">
            <a:alphaModFix amt="90000"/>
          </a:blip>
          <a:srcRect l="-2" r="-2"/>
          <a:stretch/>
        </p:blipFill>
        <p:spPr>
          <a:xfrm>
            <a:off x="9596389" y="1960959"/>
            <a:ext cx="8273031" cy="40585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b="1" kern="0" spc="263" dirty="0">
                <a:solidFill>
                  <a:srgbClr val="416180"/>
                </a:solidFill>
                <a:latin typeface="Barlow Condensed" pitchFamily="34" charset="0"/>
                <a:ea typeface="Barlow Condensed" pitchFamily="34" charset="-122"/>
                <a:cs typeface="Barlow Condensed" pitchFamily="34" charset="-120"/>
              </a:rPr>
              <a:t>AGENDA · 2 HORAS</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Lo que vamos a recorrer hoy</a:t>
            </a:r>
            <a:endParaRPr lang="en-US" sz="5100" dirty="0"/>
          </a:p>
        </p:txBody>
      </p:sp>
      <p:sp>
        <p:nvSpPr>
          <p:cNvPr id="4" name="Shape 2"/>
          <p:cNvSpPr/>
          <p:nvPr/>
        </p:nvSpPr>
        <p:spPr>
          <a:xfrm>
            <a:off x="952500" y="2446972"/>
            <a:ext cx="8067675" cy="3656886"/>
          </a:xfrm>
          <a:prstGeom prst="rect">
            <a:avLst/>
          </a:prstGeom>
          <a:ln w="7620">
            <a:solidFill>
              <a:srgbClr val="1F1F1F">
                <a:alpha val="16000"/>
              </a:srgbClr>
            </a:solidFill>
            <a:prstDash val="solid"/>
          </a:ln>
        </p:spPr>
        <p:txBody>
          <a:bodyPr/>
          <a:lstStyle/>
          <a:p>
            <a:endParaRPr lang="en-US"/>
          </a:p>
        </p:txBody>
      </p:sp>
      <p:sp>
        <p:nvSpPr>
          <p:cNvPr id="5" name="Text 3"/>
          <p:cNvSpPr/>
          <p:nvPr/>
        </p:nvSpPr>
        <p:spPr>
          <a:xfrm>
            <a:off x="1379220" y="3274100"/>
            <a:ext cx="7935659"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20 min</a:t>
            </a:r>
            <a:endParaRPr lang="en-US" sz="2175" dirty="0"/>
          </a:p>
        </p:txBody>
      </p:sp>
      <p:sp>
        <p:nvSpPr>
          <p:cNvPr id="6" name="Text 4"/>
          <p:cNvSpPr/>
          <p:nvPr/>
        </p:nvSpPr>
        <p:spPr>
          <a:xfrm>
            <a:off x="1379220" y="3854648"/>
            <a:ext cx="7935659" cy="569595"/>
          </a:xfrm>
          <a:prstGeom prst="rect">
            <a:avLst/>
          </a:prstGeom>
          <a:noFill/>
          <a:ln/>
        </p:spPr>
        <p:txBody>
          <a:bodyPr wrap="square" lIns="25400" tIns="25400" rIns="25400" bIns="25400" rtlCol="0" anchor="t">
            <a:normAutofit/>
          </a:bodyPr>
          <a:lstStyle/>
          <a:p>
            <a:pPr marL="0" indent="0" algn="l">
              <a:lnSpc>
                <a:spcPct val="129167"/>
              </a:lnSpc>
              <a:buNone/>
            </a:pPr>
            <a:r>
              <a:rPr lang="en-US" sz="2700" b="1" dirty="0">
                <a:solidFill>
                  <a:srgbClr val="1D1F20"/>
                </a:solidFill>
                <a:latin typeface="Barlow" pitchFamily="34" charset="0"/>
                <a:ea typeface="Barlow" pitchFamily="34" charset="-122"/>
                <a:cs typeface="Barlow" pitchFamily="34" charset="-120"/>
              </a:rPr>
              <a:t>Parte I — El diagnóstico</a:t>
            </a:r>
            <a:endParaRPr lang="en-US" sz="2700" dirty="0"/>
          </a:p>
        </p:txBody>
      </p:sp>
      <p:sp>
        <p:nvSpPr>
          <p:cNvPr id="7" name="Text 5"/>
          <p:cNvSpPr/>
          <p:nvPr/>
        </p:nvSpPr>
        <p:spPr>
          <a:xfrm>
            <a:off x="1379220" y="4538544"/>
            <a:ext cx="7430662" cy="776287"/>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Por qué las empresas piensan mal, y por qué la IA vuelve ese problema más urgente.</a:t>
            </a:r>
            <a:endParaRPr lang="en-US" sz="1875" dirty="0"/>
          </a:p>
        </p:txBody>
      </p:sp>
      <p:sp>
        <p:nvSpPr>
          <p:cNvPr id="8" name="Shape 6"/>
          <p:cNvSpPr/>
          <p:nvPr/>
        </p:nvSpPr>
        <p:spPr>
          <a:xfrm>
            <a:off x="9267825" y="2446972"/>
            <a:ext cx="8067675" cy="3656886"/>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9694545" y="3274100"/>
            <a:ext cx="7935659"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75 min</a:t>
            </a:r>
            <a:endParaRPr lang="en-US" sz="2175" dirty="0"/>
          </a:p>
        </p:txBody>
      </p:sp>
      <p:sp>
        <p:nvSpPr>
          <p:cNvPr id="10" name="Text 8"/>
          <p:cNvSpPr/>
          <p:nvPr/>
        </p:nvSpPr>
        <p:spPr>
          <a:xfrm>
            <a:off x="9694545" y="3854648"/>
            <a:ext cx="7935659" cy="569595"/>
          </a:xfrm>
          <a:prstGeom prst="rect">
            <a:avLst/>
          </a:prstGeom>
          <a:noFill/>
          <a:ln/>
        </p:spPr>
        <p:txBody>
          <a:bodyPr wrap="square" lIns="25400" tIns="25400" rIns="25400" bIns="25400" rtlCol="0" anchor="t">
            <a:normAutofit/>
          </a:bodyPr>
          <a:lstStyle/>
          <a:p>
            <a:pPr marL="0" indent="0" algn="l">
              <a:lnSpc>
                <a:spcPct val="129167"/>
              </a:lnSpc>
              <a:buNone/>
            </a:pPr>
            <a:r>
              <a:rPr lang="en-US" sz="2700" b="1" dirty="0">
                <a:solidFill>
                  <a:srgbClr val="1D1F20"/>
                </a:solidFill>
                <a:latin typeface="Barlow" pitchFamily="34" charset="0"/>
                <a:ea typeface="Barlow" pitchFamily="34" charset="-122"/>
                <a:cs typeface="Barlow" pitchFamily="34" charset="-120"/>
              </a:rPr>
              <a:t>Parte II — El sistema PCA™</a:t>
            </a:r>
            <a:endParaRPr lang="en-US" sz="2700" dirty="0"/>
          </a:p>
        </p:txBody>
      </p:sp>
      <p:sp>
        <p:nvSpPr>
          <p:cNvPr id="11" name="Text 9"/>
          <p:cNvSpPr/>
          <p:nvPr/>
        </p:nvSpPr>
        <p:spPr>
          <a:xfrm>
            <a:off x="9694545" y="4538544"/>
            <a:ext cx="7430662" cy="776287"/>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Los ocho pilares, uno por uno: el caso, la pregunta clave y el rol de la IA.</a:t>
            </a:r>
            <a:endParaRPr lang="en-US" sz="1875" dirty="0"/>
          </a:p>
        </p:txBody>
      </p:sp>
      <p:sp>
        <p:nvSpPr>
          <p:cNvPr id="12" name="Shape 10"/>
          <p:cNvSpPr/>
          <p:nvPr/>
        </p:nvSpPr>
        <p:spPr>
          <a:xfrm>
            <a:off x="952500" y="6351508"/>
            <a:ext cx="8067675" cy="3287792"/>
          </a:xfrm>
          <a:prstGeom prst="rect">
            <a:avLst/>
          </a:prstGeom>
          <a:ln w="7620">
            <a:solidFill>
              <a:srgbClr val="1F1F1F">
                <a:alpha val="16000"/>
              </a:srgbClr>
            </a:solidFill>
            <a:prstDash val="solid"/>
          </a:ln>
        </p:spPr>
        <p:txBody>
          <a:bodyPr/>
          <a:lstStyle/>
          <a:p>
            <a:endParaRPr lang="en-US"/>
          </a:p>
        </p:txBody>
      </p:sp>
      <p:sp>
        <p:nvSpPr>
          <p:cNvPr id="13" name="Text 11"/>
          <p:cNvSpPr/>
          <p:nvPr/>
        </p:nvSpPr>
        <p:spPr>
          <a:xfrm>
            <a:off x="1379220" y="7178636"/>
            <a:ext cx="7935659"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10 min</a:t>
            </a:r>
            <a:endParaRPr lang="en-US" sz="2175" dirty="0"/>
          </a:p>
        </p:txBody>
      </p:sp>
      <p:sp>
        <p:nvSpPr>
          <p:cNvPr id="14" name="Text 12"/>
          <p:cNvSpPr/>
          <p:nvPr/>
        </p:nvSpPr>
        <p:spPr>
          <a:xfrm>
            <a:off x="1379220" y="7759184"/>
            <a:ext cx="7935659" cy="569595"/>
          </a:xfrm>
          <a:prstGeom prst="rect">
            <a:avLst/>
          </a:prstGeom>
          <a:noFill/>
          <a:ln/>
        </p:spPr>
        <p:txBody>
          <a:bodyPr wrap="square" lIns="25400" tIns="25400" rIns="25400" bIns="25400" rtlCol="0" anchor="t">
            <a:normAutofit/>
          </a:bodyPr>
          <a:lstStyle/>
          <a:p>
            <a:pPr marL="0" indent="0" algn="l">
              <a:lnSpc>
                <a:spcPct val="129167"/>
              </a:lnSpc>
              <a:buNone/>
            </a:pPr>
            <a:r>
              <a:rPr lang="en-US" sz="2700" b="1" dirty="0">
                <a:solidFill>
                  <a:srgbClr val="1D1F20"/>
                </a:solidFill>
                <a:latin typeface="Barlow" pitchFamily="34" charset="0"/>
                <a:ea typeface="Barlow" pitchFamily="34" charset="-122"/>
                <a:cs typeface="Barlow" pitchFamily="34" charset="-120"/>
              </a:rPr>
              <a:t>Guía práctica</a:t>
            </a:r>
            <a:endParaRPr lang="en-US" sz="2700" dirty="0"/>
          </a:p>
        </p:txBody>
      </p:sp>
      <p:sp>
        <p:nvSpPr>
          <p:cNvPr id="15" name="Text 13"/>
          <p:cNvSpPr/>
          <p:nvPr/>
        </p:nvSpPr>
        <p:spPr>
          <a:xfrm>
            <a:off x="1379220" y="8443079"/>
            <a:ext cx="7935659"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Qué pilares activar según el tipo de problema que tengas enfrente.</a:t>
            </a:r>
            <a:endParaRPr lang="en-US" sz="1875" dirty="0"/>
          </a:p>
        </p:txBody>
      </p:sp>
      <p:sp>
        <p:nvSpPr>
          <p:cNvPr id="16" name="Shape 14"/>
          <p:cNvSpPr/>
          <p:nvPr/>
        </p:nvSpPr>
        <p:spPr>
          <a:xfrm>
            <a:off x="9267825" y="6351508"/>
            <a:ext cx="8067675" cy="3287792"/>
          </a:xfrm>
          <a:prstGeom prst="rect">
            <a:avLst/>
          </a:prstGeom>
          <a:ln w="7620">
            <a:solidFill>
              <a:srgbClr val="1F1F1F">
                <a:alpha val="16000"/>
              </a:srgbClr>
            </a:solidFill>
            <a:prstDash val="solid"/>
          </a:ln>
        </p:spPr>
        <p:txBody>
          <a:bodyPr/>
          <a:lstStyle/>
          <a:p>
            <a:endParaRPr lang="en-US"/>
          </a:p>
        </p:txBody>
      </p:sp>
      <p:sp>
        <p:nvSpPr>
          <p:cNvPr id="17" name="Text 15"/>
          <p:cNvSpPr/>
          <p:nvPr/>
        </p:nvSpPr>
        <p:spPr>
          <a:xfrm>
            <a:off x="9694545" y="7178636"/>
            <a:ext cx="7935659"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15 min</a:t>
            </a:r>
            <a:endParaRPr lang="en-US" sz="2175" dirty="0"/>
          </a:p>
        </p:txBody>
      </p:sp>
      <p:sp>
        <p:nvSpPr>
          <p:cNvPr id="18" name="Text 16"/>
          <p:cNvSpPr/>
          <p:nvPr/>
        </p:nvSpPr>
        <p:spPr>
          <a:xfrm>
            <a:off x="9694545" y="7759184"/>
            <a:ext cx="7935659" cy="569595"/>
          </a:xfrm>
          <a:prstGeom prst="rect">
            <a:avLst/>
          </a:prstGeom>
          <a:noFill/>
          <a:ln/>
        </p:spPr>
        <p:txBody>
          <a:bodyPr wrap="square" lIns="25400" tIns="25400" rIns="25400" bIns="25400" rtlCol="0" anchor="t">
            <a:normAutofit/>
          </a:bodyPr>
          <a:lstStyle/>
          <a:p>
            <a:pPr marL="0" indent="0" algn="l">
              <a:lnSpc>
                <a:spcPct val="129167"/>
              </a:lnSpc>
              <a:buNone/>
            </a:pPr>
            <a:r>
              <a:rPr lang="en-US" sz="2700" b="1" dirty="0">
                <a:solidFill>
                  <a:srgbClr val="1D1F20"/>
                </a:solidFill>
                <a:latin typeface="Barlow" pitchFamily="34" charset="0"/>
                <a:ea typeface="Barlow" pitchFamily="34" charset="-122"/>
                <a:cs typeface="Barlow" pitchFamily="34" charset="-120"/>
              </a:rPr>
              <a:t>Ejercicio aplicado</a:t>
            </a:r>
            <a:endParaRPr lang="en-US" sz="2700" dirty="0"/>
          </a:p>
        </p:txBody>
      </p:sp>
      <p:sp>
        <p:nvSpPr>
          <p:cNvPr id="19" name="Text 17"/>
          <p:cNvSpPr/>
          <p:nvPr/>
        </p:nvSpPr>
        <p:spPr>
          <a:xfrm>
            <a:off x="9694545" y="8443079"/>
            <a:ext cx="7935659"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Aplican tres pilares a un problema real de su propia operación.</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952500" y="2963704"/>
            <a:ext cx="10322564" cy="1143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8700" b="1" dirty="0">
                <a:solidFill>
                  <a:srgbClr val="416180"/>
                </a:solidFill>
                <a:latin typeface="Barlow Condensed" pitchFamily="34" charset="0"/>
                <a:ea typeface="Barlow Condensed" pitchFamily="34" charset="-122"/>
                <a:cs typeface="Barlow Condensed" pitchFamily="34" charset="-120"/>
              </a:rPr>
              <a:t>I</a:t>
            </a:r>
            <a:endParaRPr lang="en-US" sz="8700" dirty="0"/>
          </a:p>
        </p:txBody>
      </p:sp>
      <p:sp>
        <p:nvSpPr>
          <p:cNvPr id="3" name="Text 1"/>
          <p:cNvSpPr/>
          <p:nvPr/>
        </p:nvSpPr>
        <p:spPr>
          <a:xfrm>
            <a:off x="952500" y="4201954"/>
            <a:ext cx="9665674" cy="1488758"/>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F2F2F3"/>
                </a:solidFill>
                <a:latin typeface="Barlow Condensed" pitchFamily="34" charset="0"/>
                <a:ea typeface="Barlow Condensed" pitchFamily="34" charset="-122"/>
                <a:cs typeface="Barlow Condensed" pitchFamily="34" charset="-120"/>
              </a:rPr>
              <a:t>La nueva crisis del pensamiento empresarial</a:t>
            </a:r>
            <a:endParaRPr lang="en-US" sz="5100" dirty="0"/>
          </a:p>
        </p:txBody>
      </p:sp>
      <p:sp>
        <p:nvSpPr>
          <p:cNvPr id="4" name="Text 2"/>
          <p:cNvSpPr/>
          <p:nvPr/>
        </p:nvSpPr>
        <p:spPr>
          <a:xfrm>
            <a:off x="952500" y="5881211"/>
            <a:ext cx="9665674" cy="1632585"/>
          </a:xfrm>
          <a:prstGeom prst="rect">
            <a:avLst/>
          </a:prstGeom>
          <a:noFill/>
          <a:ln/>
        </p:spPr>
        <p:txBody>
          <a:bodyPr wrap="square" lIns="25400" tIns="25400" rIns="25400" bIns="25400" rtlCol="0" anchor="t">
            <a:normAutofit/>
          </a:bodyPr>
          <a:lstStyle/>
          <a:p>
            <a:pPr marL="0" indent="0" algn="l">
              <a:lnSpc>
                <a:spcPct val="129167"/>
              </a:lnSpc>
              <a:buNone/>
            </a:pPr>
            <a:r>
              <a:rPr lang="en-US" sz="2700" dirty="0">
                <a:solidFill>
                  <a:srgbClr val="B5D9FD"/>
                </a:solidFill>
                <a:latin typeface="Barlow" pitchFamily="34" charset="0"/>
                <a:ea typeface="Barlow" pitchFamily="34" charset="-122"/>
                <a:cs typeface="Barlow" pitchFamily="34" charset="-120"/>
              </a:rPr>
              <a:t>Cinco capítulos, una misma idea: las empresas no fallan únicamente por sus procesos, sino por la calidad del pensamiento que decide qué problema vale la pena resolver.</a:t>
            </a:r>
            <a:endParaRPr lang="en-US" sz="2700" dirty="0"/>
          </a:p>
        </p:txBody>
      </p:sp>
      <p:pic>
        <p:nvPicPr>
          <p:cNvPr id="11" name="Imagen 10">
            <a:extLst>
              <a:ext uri="{FF2B5EF4-FFF2-40B4-BE49-F238E27FC236}">
                <a16:creationId xmlns:a16="http://schemas.microsoft.com/office/drawing/2014/main" id="{579B14E9-C2B9-33AF-B57E-F0A5DEE42625}"/>
              </a:ext>
            </a:extLst>
          </p:cNvPr>
          <p:cNvPicPr>
            <a:picLocks noChangeAspect="1"/>
          </p:cNvPicPr>
          <p:nvPr/>
        </p:nvPicPr>
        <p:blipFill>
          <a:blip r:embed="rId3"/>
          <a:stretch>
            <a:fillRect/>
          </a:stretch>
        </p:blipFill>
        <p:spPr>
          <a:xfrm>
            <a:off x="10465774" y="4106704"/>
            <a:ext cx="7178912" cy="3311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83920"/>
            <a:ext cx="407313"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01</a:t>
            </a:r>
            <a:endParaRPr lang="en-US" sz="3600" dirty="0"/>
          </a:p>
        </p:txBody>
      </p:sp>
      <p:sp>
        <p:nvSpPr>
          <p:cNvPr id="3" name="Text 1"/>
          <p:cNvSpPr/>
          <p:nvPr/>
        </p:nvSpPr>
        <p:spPr>
          <a:xfrm>
            <a:off x="1550313" y="800100"/>
            <a:ext cx="1103189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Las empresas no fallan sólo por sus procesos</a:t>
            </a:r>
            <a:endParaRPr lang="en-US" sz="5100" dirty="0"/>
          </a:p>
        </p:txBody>
      </p:sp>
      <p:sp>
        <p:nvSpPr>
          <p:cNvPr id="4" name="Text 2"/>
          <p:cNvSpPr/>
          <p:nvPr/>
        </p:nvSpPr>
        <p:spPr>
          <a:xfrm>
            <a:off x="952500" y="4539615"/>
            <a:ext cx="8903256" cy="260985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Una manufacturera redujo su proceso de cotización de catorce pasos a seis. El tiempo de respuesta seguía en ocho días. La causa real: comercial enviaba solicitudes incompletas, ingeniería las regresaba, y el ciclo se repetía antes de que nadie calculara nada.</a:t>
            </a:r>
            <a:endParaRPr lang="en-US" sz="2700" dirty="0"/>
          </a:p>
        </p:txBody>
      </p:sp>
      <p:sp>
        <p:nvSpPr>
          <p:cNvPr id="5" name="Shape 3"/>
          <p:cNvSpPr/>
          <p:nvPr/>
        </p:nvSpPr>
        <p:spPr>
          <a:xfrm>
            <a:off x="10263188" y="2875360"/>
            <a:ext cx="7072313" cy="5478932"/>
          </a:xfrm>
          <a:prstGeom prst="rect">
            <a:avLst/>
          </a:prstGeom>
          <a:solidFill>
            <a:srgbClr val="F2F2F3"/>
          </a:solidFill>
          <a:ln w="7620">
            <a:solidFill>
              <a:srgbClr val="1F1F1F">
                <a:alpha val="16000"/>
              </a:srgbClr>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499408" y="3111580"/>
            <a:ext cx="6599873" cy="49253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83920"/>
            <a:ext cx="47625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02</a:t>
            </a:r>
            <a:endParaRPr lang="en-US" sz="3600" dirty="0"/>
          </a:p>
        </p:txBody>
      </p:sp>
      <p:sp>
        <p:nvSpPr>
          <p:cNvPr id="3" name="Text 1"/>
          <p:cNvSpPr/>
          <p:nvPr/>
        </p:nvSpPr>
        <p:spPr>
          <a:xfrm>
            <a:off x="1619250" y="800100"/>
            <a:ext cx="7612821"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El costo invisible de pensar mal</a:t>
            </a:r>
            <a:endParaRPr lang="en-US" sz="5100" dirty="0"/>
          </a:p>
        </p:txBody>
      </p:sp>
      <p:sp>
        <p:nvSpPr>
          <p:cNvPr id="4" name="Text 2"/>
          <p:cNvSpPr/>
          <p:nvPr/>
        </p:nvSpPr>
        <p:spPr>
          <a:xfrm>
            <a:off x="952500" y="2011680"/>
            <a:ext cx="14716125" cy="1632585"/>
          </a:xfrm>
          <a:prstGeom prst="rect">
            <a:avLst/>
          </a:prstGeom>
          <a:noFill/>
          <a:ln/>
        </p:spPr>
        <p:txBody>
          <a:bodyPr wrap="square" lIns="25400" tIns="25400" rIns="25400" bIns="25400" rtlCol="0" anchor="t">
            <a:normAutofit/>
          </a:bodyPr>
          <a:lstStyle/>
          <a:p>
            <a:pPr marL="0" indent="0" algn="l">
              <a:lnSpc>
                <a:spcPct val="129167"/>
              </a:lnSpc>
              <a:buNone/>
            </a:pPr>
            <a:r>
              <a:rPr lang="en-US" sz="2700" dirty="0">
                <a:solidFill>
                  <a:srgbClr val="1D1F21">
                    <a:alpha val="55000"/>
                  </a:srgbClr>
                </a:solidFill>
                <a:latin typeface="Barlow" pitchFamily="34" charset="0"/>
                <a:ea typeface="Barlow" pitchFamily="34" charset="-122"/>
                <a:cs typeface="Barlow" pitchFamily="34" charset="-120"/>
              </a:rPr>
              <a:t>Ningún estado de resultados tiene un renglón llamado "pérdidas por no habernos detenido a pensar". El costo existe — y suele ser mayor que todo lo que sí se mide — pero migra, disfrazado, a otros renglones:</a:t>
            </a:r>
            <a:endParaRPr lang="en-US" sz="2700" dirty="0"/>
          </a:p>
        </p:txBody>
      </p:sp>
      <p:sp>
        <p:nvSpPr>
          <p:cNvPr id="5" name="Shape 3"/>
          <p:cNvSpPr/>
          <p:nvPr/>
        </p:nvSpPr>
        <p:spPr>
          <a:xfrm>
            <a:off x="952500" y="3949065"/>
            <a:ext cx="3910013" cy="1129189"/>
          </a:xfrm>
          <a:prstGeom prst="rect">
            <a:avLst/>
          </a:prstGeom>
          <a:ln w="7620">
            <a:solidFill>
              <a:srgbClr val="1F1F1F">
                <a:alpha val="16000"/>
              </a:srgbClr>
            </a:solidFill>
            <a:prstDash val="solid"/>
          </a:ln>
        </p:spPr>
        <p:txBody>
          <a:bodyPr/>
          <a:lstStyle/>
          <a:p>
            <a:endParaRPr lang="en-US"/>
          </a:p>
        </p:txBody>
      </p:sp>
      <p:sp>
        <p:nvSpPr>
          <p:cNvPr id="6" name="Text 4"/>
          <p:cNvSpPr/>
          <p:nvPr/>
        </p:nvSpPr>
        <p:spPr>
          <a:xfrm>
            <a:off x="1491210" y="4345305"/>
            <a:ext cx="2832592" cy="365760"/>
          </a:xfrm>
          <a:prstGeom prst="rect">
            <a:avLst/>
          </a:prstGeom>
          <a:noFill/>
          <a:ln/>
        </p:spPr>
        <p:txBody>
          <a:bodyPr wrap="square" lIns="25400" tIns="25400" rIns="25400" bIns="25400" rtlCol="0" anchor="t">
            <a:normAutofit fontScale="85000" lnSpcReduction="10000"/>
          </a:bodyPr>
          <a:lstStyle/>
          <a:p>
            <a:pPr marL="0" indent="0" algn="ctr">
              <a:lnSpc>
                <a:spcPct val="130669"/>
              </a:lnSpc>
              <a:buNone/>
            </a:pPr>
            <a:r>
              <a:rPr lang="en-US" sz="2175" b="1" dirty="0">
                <a:solidFill>
                  <a:srgbClr val="1D1F20"/>
                </a:solidFill>
                <a:latin typeface="Barlow" pitchFamily="34" charset="0"/>
                <a:ea typeface="Barlow" pitchFamily="34" charset="-122"/>
                <a:cs typeface="Barlow" pitchFamily="34" charset="-120"/>
              </a:rPr>
              <a:t>Rotación de personal</a:t>
            </a:r>
            <a:endParaRPr lang="en-US" sz="2175" dirty="0"/>
          </a:p>
        </p:txBody>
      </p:sp>
      <p:sp>
        <p:nvSpPr>
          <p:cNvPr id="7" name="Shape 5"/>
          <p:cNvSpPr/>
          <p:nvPr/>
        </p:nvSpPr>
        <p:spPr>
          <a:xfrm>
            <a:off x="5110163" y="3949065"/>
            <a:ext cx="3910013" cy="1129189"/>
          </a:xfrm>
          <a:prstGeom prst="rect">
            <a:avLst/>
          </a:prstGeom>
          <a:ln w="7620">
            <a:solidFill>
              <a:srgbClr val="1F1F1F">
                <a:alpha val="16000"/>
              </a:srgbClr>
            </a:solidFill>
            <a:prstDash val="solid"/>
          </a:ln>
        </p:spPr>
        <p:txBody>
          <a:bodyPr/>
          <a:lstStyle/>
          <a:p>
            <a:endParaRPr lang="en-US"/>
          </a:p>
        </p:txBody>
      </p:sp>
      <p:sp>
        <p:nvSpPr>
          <p:cNvPr id="8" name="Text 6"/>
          <p:cNvSpPr/>
          <p:nvPr/>
        </p:nvSpPr>
        <p:spPr>
          <a:xfrm>
            <a:off x="5763869" y="4345305"/>
            <a:ext cx="2602480" cy="365760"/>
          </a:xfrm>
          <a:prstGeom prst="rect">
            <a:avLst/>
          </a:prstGeom>
          <a:noFill/>
          <a:ln/>
        </p:spPr>
        <p:txBody>
          <a:bodyPr wrap="square" lIns="25400" tIns="25400" rIns="25400" bIns="25400" rtlCol="0" anchor="t">
            <a:normAutofit fontScale="85000" lnSpcReduction="10000"/>
          </a:bodyPr>
          <a:lstStyle/>
          <a:p>
            <a:pPr marL="0" indent="0" algn="ctr">
              <a:lnSpc>
                <a:spcPct val="130669"/>
              </a:lnSpc>
              <a:buNone/>
            </a:pPr>
            <a:r>
              <a:rPr lang="en-US" sz="2175" b="1" dirty="0">
                <a:solidFill>
                  <a:srgbClr val="1D1F20"/>
                </a:solidFill>
                <a:latin typeface="Barlow" pitchFamily="34" charset="0"/>
                <a:ea typeface="Barlow" pitchFamily="34" charset="-122"/>
                <a:cs typeface="Barlow" pitchFamily="34" charset="-120"/>
              </a:rPr>
              <a:t>Inventario excesivo</a:t>
            </a:r>
            <a:endParaRPr lang="en-US" sz="2175" dirty="0"/>
          </a:p>
        </p:txBody>
      </p:sp>
      <p:sp>
        <p:nvSpPr>
          <p:cNvPr id="9" name="Shape 7"/>
          <p:cNvSpPr/>
          <p:nvPr/>
        </p:nvSpPr>
        <p:spPr>
          <a:xfrm>
            <a:off x="9267825" y="3949065"/>
            <a:ext cx="3910013" cy="1129189"/>
          </a:xfrm>
          <a:prstGeom prst="rect">
            <a:avLst/>
          </a:prstGeom>
          <a:ln w="7620">
            <a:solidFill>
              <a:srgbClr val="1F1F1F">
                <a:alpha val="16000"/>
              </a:srgbClr>
            </a:solidFill>
            <a:prstDash val="solid"/>
          </a:ln>
        </p:spPr>
        <p:txBody>
          <a:bodyPr/>
          <a:lstStyle/>
          <a:p>
            <a:endParaRPr lang="en-US"/>
          </a:p>
        </p:txBody>
      </p:sp>
      <p:sp>
        <p:nvSpPr>
          <p:cNvPr id="10" name="Text 8"/>
          <p:cNvSpPr/>
          <p:nvPr/>
        </p:nvSpPr>
        <p:spPr>
          <a:xfrm>
            <a:off x="9628679" y="4345305"/>
            <a:ext cx="3188303" cy="365760"/>
          </a:xfrm>
          <a:prstGeom prst="rect">
            <a:avLst/>
          </a:prstGeom>
          <a:noFill/>
          <a:ln/>
        </p:spPr>
        <p:txBody>
          <a:bodyPr wrap="square" lIns="25400" tIns="25400" rIns="25400" bIns="25400" rtlCol="0" anchor="t">
            <a:normAutofit fontScale="85000" lnSpcReduction="10000"/>
          </a:bodyPr>
          <a:lstStyle/>
          <a:p>
            <a:pPr marL="0" indent="0" algn="ctr">
              <a:lnSpc>
                <a:spcPct val="130669"/>
              </a:lnSpc>
              <a:buNone/>
            </a:pPr>
            <a:r>
              <a:rPr lang="en-US" sz="2175" b="1" dirty="0">
                <a:solidFill>
                  <a:srgbClr val="1D1F20"/>
                </a:solidFill>
                <a:latin typeface="Barlow" pitchFamily="34" charset="0"/>
                <a:ea typeface="Barlow" pitchFamily="34" charset="-122"/>
                <a:cs typeface="Barlow" pitchFamily="34" charset="-120"/>
              </a:rPr>
              <a:t>Retrabajo y desperdicio</a:t>
            </a:r>
            <a:endParaRPr lang="en-US" sz="2175" dirty="0"/>
          </a:p>
        </p:txBody>
      </p:sp>
      <p:sp>
        <p:nvSpPr>
          <p:cNvPr id="11" name="Shape 9"/>
          <p:cNvSpPr/>
          <p:nvPr/>
        </p:nvSpPr>
        <p:spPr>
          <a:xfrm>
            <a:off x="13425488" y="3949065"/>
            <a:ext cx="3910013" cy="1129189"/>
          </a:xfrm>
          <a:prstGeom prst="rect">
            <a:avLst/>
          </a:prstGeom>
          <a:ln w="7620">
            <a:solidFill>
              <a:srgbClr val="1F1F1F">
                <a:alpha val="16000"/>
              </a:srgbClr>
            </a:solidFill>
            <a:prstDash val="solid"/>
          </a:ln>
        </p:spPr>
        <p:txBody>
          <a:bodyPr/>
          <a:lstStyle/>
          <a:p>
            <a:endParaRPr lang="en-US"/>
          </a:p>
        </p:txBody>
      </p:sp>
      <p:sp>
        <p:nvSpPr>
          <p:cNvPr id="12" name="Text 10"/>
          <p:cNvSpPr/>
          <p:nvPr/>
        </p:nvSpPr>
        <p:spPr>
          <a:xfrm>
            <a:off x="13718506" y="4345305"/>
            <a:ext cx="3323856" cy="365760"/>
          </a:xfrm>
          <a:prstGeom prst="rect">
            <a:avLst/>
          </a:prstGeom>
          <a:noFill/>
          <a:ln/>
        </p:spPr>
        <p:txBody>
          <a:bodyPr wrap="square" lIns="25400" tIns="25400" rIns="25400" bIns="25400" rtlCol="0" anchor="t">
            <a:normAutofit fontScale="85000" lnSpcReduction="10000"/>
          </a:bodyPr>
          <a:lstStyle/>
          <a:p>
            <a:pPr marL="0" indent="0" algn="ctr">
              <a:lnSpc>
                <a:spcPct val="130669"/>
              </a:lnSpc>
              <a:buNone/>
            </a:pPr>
            <a:r>
              <a:rPr lang="en-US" sz="2175" b="1" dirty="0">
                <a:solidFill>
                  <a:srgbClr val="1D1F20"/>
                </a:solidFill>
                <a:latin typeface="Barlow" pitchFamily="34" charset="0"/>
                <a:ea typeface="Barlow" pitchFamily="34" charset="-122"/>
                <a:cs typeface="Barlow" pitchFamily="34" charset="-120"/>
              </a:rPr>
              <a:t>Horas perdidas en juntas</a:t>
            </a:r>
            <a:endParaRPr lang="en-US" sz="2175" dirty="0"/>
          </a:p>
        </p:txBody>
      </p:sp>
      <p:sp>
        <p:nvSpPr>
          <p:cNvPr id="13" name="Text 11"/>
          <p:cNvSpPr/>
          <p:nvPr/>
        </p:nvSpPr>
        <p:spPr>
          <a:xfrm>
            <a:off x="952500" y="8070890"/>
            <a:ext cx="8191976" cy="1322546"/>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1">
                    <a:alpha val="55000"/>
                  </a:srgbClr>
                </a:solidFill>
                <a:latin typeface="Barlow" pitchFamily="34" charset="0"/>
                <a:ea typeface="Barlow" pitchFamily="34" charset="-122"/>
                <a:cs typeface="Barlow" pitchFamily="34" charset="-120"/>
              </a:rPr>
              <a:t>Un Costo, 4 </a:t>
            </a:r>
            <a:r>
              <a:rPr lang="en-US" sz="2175" i="1" dirty="0" err="1">
                <a:solidFill>
                  <a:srgbClr val="1D1F21">
                    <a:alpha val="55000"/>
                  </a:srgbClr>
                </a:solidFill>
                <a:latin typeface="Barlow" pitchFamily="34" charset="0"/>
                <a:ea typeface="Barlow" pitchFamily="34" charset="-122"/>
                <a:cs typeface="Barlow" pitchFamily="34" charset="-120"/>
              </a:rPr>
              <a:t>disfraces</a:t>
            </a:r>
            <a:endParaRPr lang="en-US" sz="2175" i="1" dirty="0">
              <a:solidFill>
                <a:srgbClr val="1D1F21">
                  <a:alpha val="55000"/>
                </a:srgbClr>
              </a:solidFill>
              <a:latin typeface="Barlow" pitchFamily="34" charset="0"/>
              <a:ea typeface="Barlow" pitchFamily="34" charset="-122"/>
              <a:cs typeface="Barlow" pitchFamily="34" charset="-120"/>
            </a:endParaRPr>
          </a:p>
          <a:p>
            <a:pPr marL="0" indent="0" algn="l">
              <a:lnSpc>
                <a:spcPct val="130669"/>
              </a:lnSpc>
              <a:buNone/>
            </a:pPr>
            <a:r>
              <a:rPr lang="en-US" sz="2175" i="1" dirty="0">
                <a:solidFill>
                  <a:srgbClr val="1D1F21">
                    <a:alpha val="55000"/>
                  </a:srgbClr>
                </a:solidFill>
                <a:latin typeface="Barlow" pitchFamily="34" charset="0"/>
                <a:ea typeface="Barlow" pitchFamily="34" charset="-122"/>
                <a:cs typeface="Barlow" pitchFamily="34" charset="-120"/>
              </a:rPr>
              <a:t>Cada uno llega acompañado de una explicación externa, real pero parcial — lo bastante convincente para que nadie mire hacia adentro.</a:t>
            </a:r>
            <a:endParaRPr lang="en-US" sz="2175" dirty="0"/>
          </a:p>
        </p:txBody>
      </p:sp>
      <p:sp>
        <p:nvSpPr>
          <p:cNvPr id="14" name="Shape 12"/>
          <p:cNvSpPr/>
          <p:nvPr/>
        </p:nvSpPr>
        <p:spPr>
          <a:xfrm>
            <a:off x="9382125" y="5721927"/>
            <a:ext cx="7953375" cy="4366954"/>
          </a:xfrm>
          <a:prstGeom prst="rect">
            <a:avLst/>
          </a:prstGeom>
          <a:ln w="7620">
            <a:solidFill>
              <a:srgbClr val="1F1F1F">
                <a:alpha val="16000"/>
              </a:srgbClr>
            </a:solidFill>
            <a:prstDash val="solid"/>
          </a:ln>
        </p:spPr>
        <p:txBody>
          <a:bodyPr/>
          <a:lstStyle/>
          <a:p>
            <a:endParaRPr lang="en-US"/>
          </a:p>
        </p:txBody>
      </p:sp>
      <p:pic>
        <p:nvPicPr>
          <p:cNvPr id="15" name="Image 0" descr="preencoded.png"/>
          <p:cNvPicPr>
            <a:picLocks noChangeAspect="1"/>
          </p:cNvPicPr>
          <p:nvPr/>
        </p:nvPicPr>
        <p:blipFill>
          <a:blip r:embed="rId3"/>
          <a:srcRect l="9627" t="18910" b="18860"/>
          <a:stretch>
            <a:fillRect/>
          </a:stretch>
        </p:blipFill>
        <p:spPr>
          <a:xfrm>
            <a:off x="9599917" y="5929746"/>
            <a:ext cx="7537463" cy="39831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83920"/>
            <a:ext cx="476726"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03</a:t>
            </a:r>
            <a:endParaRPr lang="en-US" sz="3600" dirty="0"/>
          </a:p>
        </p:txBody>
      </p:sp>
      <p:sp>
        <p:nvSpPr>
          <p:cNvPr id="3" name="Text 1"/>
          <p:cNvSpPr/>
          <p:nvPr/>
        </p:nvSpPr>
        <p:spPr>
          <a:xfrm>
            <a:off x="1619726" y="800100"/>
            <a:ext cx="10718483"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Cuando la experiencia deja de ser suficiente</a:t>
            </a:r>
            <a:endParaRPr lang="en-US" sz="5100" dirty="0"/>
          </a:p>
        </p:txBody>
      </p:sp>
      <p:sp>
        <p:nvSpPr>
          <p:cNvPr id="4" name="Shape 2"/>
          <p:cNvSpPr/>
          <p:nvPr/>
        </p:nvSpPr>
        <p:spPr>
          <a:xfrm>
            <a:off x="952500" y="2986326"/>
            <a:ext cx="7072313" cy="5678210"/>
          </a:xfrm>
          <a:prstGeom prst="rect">
            <a:avLst/>
          </a:prstGeom>
          <a:solidFill>
            <a:srgbClr val="F2F2F3"/>
          </a:solidFill>
          <a:ln w="7620">
            <a:solidFill>
              <a:srgbClr val="1F1F1F">
                <a:alpha val="16000"/>
              </a:srgbClr>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169670" y="3203496"/>
            <a:ext cx="6637973" cy="4760476"/>
          </a:xfrm>
          <a:prstGeom prst="rect">
            <a:avLst/>
          </a:prstGeom>
        </p:spPr>
      </p:pic>
      <p:sp>
        <p:nvSpPr>
          <p:cNvPr id="7" name="Text 4"/>
          <p:cNvSpPr/>
          <p:nvPr/>
        </p:nvSpPr>
        <p:spPr>
          <a:xfrm>
            <a:off x="8691563" y="4539615"/>
            <a:ext cx="8903256" cy="260985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Veintidós años de trayectoria le habían enseñado a leer la demanda de un cliente. El cliente cambió su modelo de negocio y la demanda se volvió errática — pero la intuición entrenada siguió leyendo un patrón que ya no existía. "Esto ya lo he visto antes", dijo. No lo había visto.</a:t>
            </a:r>
            <a:endParaRPr 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83920"/>
            <a:ext cx="491847"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04</a:t>
            </a:r>
            <a:endParaRPr lang="en-US" sz="3600" dirty="0"/>
          </a:p>
        </p:txBody>
      </p:sp>
      <p:sp>
        <p:nvSpPr>
          <p:cNvPr id="3" name="Text 1"/>
          <p:cNvSpPr/>
          <p:nvPr/>
        </p:nvSpPr>
        <p:spPr>
          <a:xfrm>
            <a:off x="1634847" y="800100"/>
            <a:ext cx="12220301"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Datos, opiniones, urgencias e inteligencia artificial</a:t>
            </a:r>
            <a:endParaRPr lang="en-US" sz="5100" dirty="0"/>
          </a:p>
        </p:txBody>
      </p:sp>
      <p:sp>
        <p:nvSpPr>
          <p:cNvPr id="4" name="Text 2"/>
          <p:cNvSpPr/>
          <p:nvPr/>
        </p:nvSpPr>
        <p:spPr>
          <a:xfrm>
            <a:off x="952500" y="2011680"/>
            <a:ext cx="16383000" cy="1101090"/>
          </a:xfrm>
          <a:prstGeom prst="rect">
            <a:avLst/>
          </a:prstGeom>
          <a:noFill/>
          <a:ln/>
        </p:spPr>
        <p:txBody>
          <a:bodyPr wrap="square" lIns="25400" tIns="25400" rIns="25400" bIns="25400" rtlCol="0" anchor="t">
            <a:normAutofit/>
          </a:bodyPr>
          <a:lstStyle/>
          <a:p>
            <a:pPr marL="0" indent="0" algn="l">
              <a:lnSpc>
                <a:spcPct val="129167"/>
              </a:lnSpc>
              <a:buNone/>
            </a:pPr>
            <a:r>
              <a:rPr lang="en-US" sz="2700" dirty="0">
                <a:solidFill>
                  <a:srgbClr val="1D1F21">
                    <a:alpha val="55000"/>
                  </a:srgbClr>
                </a:solidFill>
                <a:latin typeface="Barlow" pitchFamily="34" charset="0"/>
                <a:ea typeface="Barlow" pitchFamily="34" charset="-122"/>
                <a:cs typeface="Barlow" pitchFamily="34" charset="-120"/>
              </a:rPr>
              <a:t>Cuatro fuentes conviven en cualquier sala de juntas, con el mismo tono de seguridad — pero no son lo mismo:</a:t>
            </a:r>
            <a:endParaRPr lang="en-US" sz="2700" dirty="0"/>
          </a:p>
        </p:txBody>
      </p:sp>
      <p:sp>
        <p:nvSpPr>
          <p:cNvPr id="5" name="Shape 3"/>
          <p:cNvSpPr/>
          <p:nvPr/>
        </p:nvSpPr>
        <p:spPr>
          <a:xfrm>
            <a:off x="952500" y="2627859"/>
            <a:ext cx="3910013" cy="2369820"/>
          </a:xfrm>
          <a:prstGeom prst="rect">
            <a:avLst/>
          </a:prstGeom>
          <a:ln w="7620">
            <a:solidFill>
              <a:srgbClr val="1F1F1F">
                <a:alpha val="16000"/>
              </a:srgbClr>
            </a:solidFill>
            <a:prstDash val="solid"/>
          </a:ln>
        </p:spPr>
        <p:txBody>
          <a:bodyPr/>
          <a:lstStyle/>
          <a:p>
            <a:endParaRPr lang="en-US"/>
          </a:p>
        </p:txBody>
      </p:sp>
      <p:sp>
        <p:nvSpPr>
          <p:cNvPr id="6" name="Text 4"/>
          <p:cNvSpPr/>
          <p:nvPr/>
        </p:nvSpPr>
        <p:spPr>
          <a:xfrm>
            <a:off x="1245870" y="2978379"/>
            <a:ext cx="3655600"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Datos</a:t>
            </a:r>
            <a:endParaRPr lang="en-US" sz="2175" dirty="0"/>
          </a:p>
        </p:txBody>
      </p:sp>
      <p:sp>
        <p:nvSpPr>
          <p:cNvPr id="7" name="Text 5"/>
          <p:cNvSpPr/>
          <p:nvPr/>
        </p:nvSpPr>
        <p:spPr>
          <a:xfrm>
            <a:off x="1245870" y="3539878"/>
            <a:ext cx="3422971" cy="1145381"/>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Observaciones verificables. Comprobables, pero describen menos de lo que parecen.</a:t>
            </a:r>
            <a:endParaRPr lang="en-US" sz="1875" dirty="0"/>
          </a:p>
        </p:txBody>
      </p:sp>
      <p:sp>
        <p:nvSpPr>
          <p:cNvPr id="8" name="Shape 6"/>
          <p:cNvSpPr/>
          <p:nvPr/>
        </p:nvSpPr>
        <p:spPr>
          <a:xfrm>
            <a:off x="5110163" y="2627859"/>
            <a:ext cx="3910013" cy="2369820"/>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5403532" y="2978379"/>
            <a:ext cx="3655600"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Opiniones</a:t>
            </a:r>
            <a:endParaRPr lang="en-US" sz="2175" dirty="0"/>
          </a:p>
        </p:txBody>
      </p:sp>
      <p:sp>
        <p:nvSpPr>
          <p:cNvPr id="10" name="Text 8"/>
          <p:cNvSpPr/>
          <p:nvPr/>
        </p:nvSpPr>
        <p:spPr>
          <a:xfrm>
            <a:off x="5403532" y="3539878"/>
            <a:ext cx="3422971" cy="1145381"/>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Interpretaciones filtradas por quien las expresa. Suenan tan seguras como un dato.</a:t>
            </a:r>
            <a:endParaRPr lang="en-US" sz="1875" dirty="0"/>
          </a:p>
        </p:txBody>
      </p:sp>
      <p:sp>
        <p:nvSpPr>
          <p:cNvPr id="11" name="Shape 9"/>
          <p:cNvSpPr/>
          <p:nvPr/>
        </p:nvSpPr>
        <p:spPr>
          <a:xfrm>
            <a:off x="9267825" y="2627859"/>
            <a:ext cx="3910013" cy="2369820"/>
          </a:xfrm>
          <a:prstGeom prst="rect">
            <a:avLst/>
          </a:prstGeom>
          <a:ln w="7620">
            <a:solidFill>
              <a:srgbClr val="1F1F1F">
                <a:alpha val="16000"/>
              </a:srgbClr>
            </a:solidFill>
            <a:prstDash val="solid"/>
          </a:ln>
        </p:spPr>
        <p:txBody>
          <a:bodyPr/>
          <a:lstStyle/>
          <a:p>
            <a:endParaRPr lang="en-US"/>
          </a:p>
        </p:txBody>
      </p:sp>
      <p:sp>
        <p:nvSpPr>
          <p:cNvPr id="12" name="Text 10"/>
          <p:cNvSpPr/>
          <p:nvPr/>
        </p:nvSpPr>
        <p:spPr>
          <a:xfrm>
            <a:off x="9561195" y="2978379"/>
            <a:ext cx="3655600"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Urgencias</a:t>
            </a:r>
            <a:endParaRPr lang="en-US" sz="2175" dirty="0"/>
          </a:p>
        </p:txBody>
      </p:sp>
      <p:sp>
        <p:nvSpPr>
          <p:cNvPr id="13" name="Text 11"/>
          <p:cNvSpPr/>
          <p:nvPr/>
        </p:nvSpPr>
        <p:spPr>
          <a:xfrm>
            <a:off x="9561195" y="3539878"/>
            <a:ext cx="3422971" cy="1145381"/>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Presión del tiempo. No aportan evidencia; solo reducen el tiempo para buscarla.</a:t>
            </a:r>
            <a:endParaRPr lang="en-US" sz="1875" dirty="0"/>
          </a:p>
        </p:txBody>
      </p:sp>
      <p:sp>
        <p:nvSpPr>
          <p:cNvPr id="14" name="Shape 12"/>
          <p:cNvSpPr/>
          <p:nvPr/>
        </p:nvSpPr>
        <p:spPr>
          <a:xfrm>
            <a:off x="13425488" y="2627859"/>
            <a:ext cx="3910013" cy="2369820"/>
          </a:xfrm>
          <a:prstGeom prst="rect">
            <a:avLst/>
          </a:prstGeom>
          <a:ln w="7620">
            <a:solidFill>
              <a:srgbClr val="5980A6"/>
            </a:solidFill>
            <a:prstDash val="solid"/>
          </a:ln>
        </p:spPr>
        <p:txBody>
          <a:bodyPr/>
          <a:lstStyle/>
          <a:p>
            <a:endParaRPr lang="en-US"/>
          </a:p>
        </p:txBody>
      </p:sp>
      <p:sp>
        <p:nvSpPr>
          <p:cNvPr id="15" name="Text 13"/>
          <p:cNvSpPr/>
          <p:nvPr/>
        </p:nvSpPr>
        <p:spPr>
          <a:xfrm>
            <a:off x="13718858" y="2978379"/>
            <a:ext cx="3655600"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2C455D"/>
                </a:solidFill>
                <a:latin typeface="Barlow Condensed" pitchFamily="34" charset="0"/>
                <a:ea typeface="Barlow Condensed" pitchFamily="34" charset="-122"/>
                <a:cs typeface="Barlow Condensed" pitchFamily="34" charset="-120"/>
              </a:rPr>
              <a:t>Respuestas de IA</a:t>
            </a:r>
            <a:endParaRPr lang="en-US" sz="2175" dirty="0"/>
          </a:p>
        </p:txBody>
      </p:sp>
      <p:sp>
        <p:nvSpPr>
          <p:cNvPr id="16" name="Text 14"/>
          <p:cNvSpPr/>
          <p:nvPr/>
        </p:nvSpPr>
        <p:spPr>
          <a:xfrm>
            <a:off x="13718858" y="3539878"/>
            <a:ext cx="3422971" cy="1145381"/>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Apariencia de dato, seguridad de opinión, velocidad de urgencia resuelta.</a:t>
            </a:r>
            <a:endParaRPr lang="en-US" sz="1875" dirty="0"/>
          </a:p>
        </p:txBody>
      </p:sp>
      <p:sp>
        <p:nvSpPr>
          <p:cNvPr id="17" name="Text 15"/>
          <p:cNvSpPr/>
          <p:nvPr/>
        </p:nvSpPr>
        <p:spPr>
          <a:xfrm>
            <a:off x="952500" y="8708827"/>
            <a:ext cx="8191976"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Separar antes de mezclar: antes de aprobar, preguntar de cuál de las cuatro viene cada elemento de la decisión.</a:t>
            </a:r>
            <a:endParaRPr lang="en-US" sz="2175" dirty="0"/>
          </a:p>
        </p:txBody>
      </p:sp>
      <p:sp>
        <p:nvSpPr>
          <p:cNvPr id="18" name="Shape 16"/>
          <p:cNvSpPr/>
          <p:nvPr/>
        </p:nvSpPr>
        <p:spPr>
          <a:xfrm>
            <a:off x="9382125" y="5172595"/>
            <a:ext cx="7953375" cy="4907951"/>
          </a:xfrm>
          <a:prstGeom prst="rect">
            <a:avLst/>
          </a:prstGeom>
          <a:ln w="7620">
            <a:solidFill>
              <a:srgbClr val="1F1F1F">
                <a:alpha val="16000"/>
              </a:srgbClr>
            </a:solidFill>
            <a:prstDash val="solid"/>
          </a:ln>
        </p:spPr>
        <p:txBody>
          <a:bodyPr/>
          <a:lstStyle/>
          <a:p>
            <a:endParaRPr lang="en-US"/>
          </a:p>
        </p:txBody>
      </p:sp>
      <p:pic>
        <p:nvPicPr>
          <p:cNvPr id="19" name="Image 0" descr="preencoded.png"/>
          <p:cNvPicPr>
            <a:picLocks noChangeAspect="1"/>
          </p:cNvPicPr>
          <p:nvPr/>
        </p:nvPicPr>
        <p:blipFill>
          <a:blip r:embed="rId3"/>
          <a:srcRect b="13368"/>
          <a:stretch>
            <a:fillRect/>
          </a:stretch>
        </p:blipFill>
        <p:spPr>
          <a:xfrm>
            <a:off x="9580245" y="5370716"/>
            <a:ext cx="7557135" cy="45629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952500" y="711994"/>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749DC4"/>
                </a:solidFill>
                <a:latin typeface="Barlow Condensed" pitchFamily="34" charset="0"/>
                <a:ea typeface="Barlow Condensed" pitchFamily="34" charset="-122"/>
                <a:cs typeface="Barlow Condensed" pitchFamily="34" charset="-120"/>
              </a:rPr>
              <a:t>05</a:t>
            </a:r>
            <a:endParaRPr lang="en-US" sz="3600" dirty="0"/>
          </a:p>
        </p:txBody>
      </p:sp>
      <p:sp>
        <p:nvSpPr>
          <p:cNvPr id="3" name="Text 1"/>
          <p:cNvSpPr/>
          <p:nvPr/>
        </p:nvSpPr>
        <p:spPr>
          <a:xfrm>
            <a:off x="952500" y="1630204"/>
            <a:ext cx="16187738" cy="4538663"/>
          </a:xfrm>
          <a:prstGeom prst="rect">
            <a:avLst/>
          </a:prstGeom>
          <a:noFill/>
          <a:ln/>
        </p:spPr>
        <p:txBody>
          <a:bodyPr wrap="square" lIns="25400" tIns="25400" rIns="25400" bIns="25400" rtlCol="0" anchor="t">
            <a:normAutofit/>
          </a:bodyPr>
          <a:lstStyle/>
          <a:p>
            <a:pPr marL="0" indent="0" algn="l">
              <a:lnSpc>
                <a:spcPct val="87113"/>
              </a:lnSpc>
              <a:buNone/>
            </a:pPr>
            <a:r>
              <a:rPr lang="en-US" sz="11250" b="1" kern="0" spc="-169" dirty="0">
                <a:solidFill>
                  <a:srgbClr val="F2F2F3"/>
                </a:solidFill>
                <a:latin typeface="Barlow Condensed" pitchFamily="34" charset="0"/>
                <a:ea typeface="Barlow Condensed" pitchFamily="34" charset="-122"/>
                <a:cs typeface="Barlow Condensed" pitchFamily="34" charset="-120"/>
              </a:rPr>
              <a:t>La IA no reemplaza el pensamiento crítico </a:t>
            </a:r>
            <a:r>
              <a:rPr lang="en-US" sz="11250" b="1" kern="0" spc="-169" dirty="0">
                <a:solidFill>
                  <a:srgbClr val="749DC4"/>
                </a:solidFill>
                <a:latin typeface="Barlow Condensed" pitchFamily="34" charset="0"/>
                <a:ea typeface="Barlow Condensed" pitchFamily="34" charset="-122"/>
                <a:cs typeface="Barlow Condensed" pitchFamily="34" charset="-120"/>
              </a:rPr>
              <a:t>. </a:t>
            </a:r>
          </a:p>
          <a:p>
            <a:pPr marL="0" indent="0" algn="l">
              <a:lnSpc>
                <a:spcPct val="87113"/>
              </a:lnSpc>
              <a:buNone/>
            </a:pPr>
            <a:r>
              <a:rPr lang="en-US" sz="11250" b="1" kern="0" spc="-169" dirty="0">
                <a:solidFill>
                  <a:srgbClr val="F2F2F3"/>
                </a:solidFill>
                <a:latin typeface="Barlow Condensed" pitchFamily="34" charset="0"/>
                <a:ea typeface="Barlow Condensed" pitchFamily="34" charset="-122"/>
                <a:cs typeface="Barlow Condensed" pitchFamily="34" charset="-120"/>
              </a:rPr>
              <a:t>Lo vuelve más necesario.</a:t>
            </a:r>
            <a:endParaRPr lang="en-US" sz="11250" dirty="0"/>
          </a:p>
        </p:txBody>
      </p:sp>
      <p:sp>
        <p:nvSpPr>
          <p:cNvPr id="4" name="Text 2"/>
          <p:cNvSpPr/>
          <p:nvPr/>
        </p:nvSpPr>
        <p:spPr>
          <a:xfrm>
            <a:off x="952500" y="6549866"/>
            <a:ext cx="13735050" cy="2164080"/>
          </a:xfrm>
          <a:prstGeom prst="rect">
            <a:avLst/>
          </a:prstGeom>
          <a:noFill/>
          <a:ln/>
        </p:spPr>
        <p:txBody>
          <a:bodyPr wrap="square" lIns="25400" tIns="25400" rIns="25400" bIns="25400" rtlCol="0" anchor="t">
            <a:normAutofit/>
          </a:bodyPr>
          <a:lstStyle/>
          <a:p>
            <a:pPr marL="0" indent="0" algn="l">
              <a:lnSpc>
                <a:spcPct val="129167"/>
              </a:lnSpc>
              <a:buNone/>
            </a:pPr>
            <a:r>
              <a:rPr lang="en-US" sz="2700" dirty="0">
                <a:solidFill>
                  <a:srgbClr val="B5D9FD"/>
                </a:solidFill>
                <a:latin typeface="Barlow" pitchFamily="34" charset="0"/>
                <a:ea typeface="Barlow" pitchFamily="34" charset="-122"/>
                <a:cs typeface="Barlow" pitchFamily="34" charset="-120"/>
              </a:rPr>
              <a:t>Dos gerentes de planta recibieron el mismo asistente de IA la misma semana. Uno definía la pregunta antes de usarlo y cuestionaba cada respuesta. El otro aceptaba la primera respuesta razonable. Un trimestre después, uno redujo pérdidas de forma sostenida. El otro, no.</a:t>
            </a:r>
            <a:endParaRPr lang="en-US" sz="2700" dirty="0"/>
          </a:p>
        </p:txBody>
      </p:sp>
      <p:sp>
        <p:nvSpPr>
          <p:cNvPr id="5" name="Text 3"/>
          <p:cNvSpPr/>
          <p:nvPr/>
        </p:nvSpPr>
        <p:spPr>
          <a:xfrm>
            <a:off x="952500" y="9018747"/>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F2F2F3"/>
                </a:solidFill>
                <a:latin typeface="Barlow Condensed" pitchFamily="34" charset="0"/>
                <a:ea typeface="Barlow Condensed" pitchFamily="34" charset="-122"/>
                <a:cs typeface="Barlow Condensed" pitchFamily="34" charset="-120"/>
              </a:rPr>
              <a:t>No gana la empresa que más IA usa. Gana la que mejor piensa mientras la usa.</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952500" y="3592116"/>
            <a:ext cx="10322564" cy="1143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8700" b="1" dirty="0">
                <a:solidFill>
                  <a:srgbClr val="416180"/>
                </a:solidFill>
                <a:latin typeface="Barlow Condensed" pitchFamily="34" charset="0"/>
                <a:ea typeface="Barlow Condensed" pitchFamily="34" charset="-122"/>
                <a:cs typeface="Barlow Condensed" pitchFamily="34" charset="-120"/>
              </a:rPr>
              <a:t>II</a:t>
            </a:r>
            <a:endParaRPr lang="en-US" sz="8700" dirty="0"/>
          </a:p>
        </p:txBody>
      </p:sp>
      <p:sp>
        <p:nvSpPr>
          <p:cNvPr id="3" name="Text 1"/>
          <p:cNvSpPr/>
          <p:nvPr/>
        </p:nvSpPr>
        <p:spPr>
          <a:xfrm>
            <a:off x="952500" y="4830366"/>
            <a:ext cx="10322564"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F2F2F3"/>
                </a:solidFill>
                <a:latin typeface="Barlow Condensed" pitchFamily="34" charset="0"/>
                <a:ea typeface="Barlow Condensed" pitchFamily="34" charset="-122"/>
                <a:cs typeface="Barlow Condensed" pitchFamily="34" charset="-120"/>
              </a:rPr>
              <a:t>Pensamiento Crítico Aumentado™</a:t>
            </a:r>
            <a:endParaRPr lang="en-US" sz="5100" dirty="0"/>
          </a:p>
        </p:txBody>
      </p:sp>
      <p:sp>
        <p:nvSpPr>
          <p:cNvPr id="4" name="Text 2"/>
          <p:cNvSpPr/>
          <p:nvPr/>
        </p:nvSpPr>
        <p:spPr>
          <a:xfrm>
            <a:off x="952500" y="5784295"/>
            <a:ext cx="9665674" cy="1101090"/>
          </a:xfrm>
          <a:prstGeom prst="rect">
            <a:avLst/>
          </a:prstGeom>
          <a:noFill/>
          <a:ln/>
        </p:spPr>
        <p:txBody>
          <a:bodyPr wrap="square" lIns="25400" tIns="25400" rIns="25400" bIns="25400" rtlCol="0" anchor="t">
            <a:normAutofit/>
          </a:bodyPr>
          <a:lstStyle/>
          <a:p>
            <a:pPr marL="0" indent="0" algn="l">
              <a:lnSpc>
                <a:spcPct val="129167"/>
              </a:lnSpc>
              <a:buNone/>
            </a:pPr>
            <a:r>
              <a:rPr lang="en-US" sz="2700" dirty="0">
                <a:solidFill>
                  <a:srgbClr val="B5D9FD"/>
                </a:solidFill>
                <a:latin typeface="Barlow" pitchFamily="34" charset="0"/>
                <a:ea typeface="Barlow" pitchFamily="34" charset="-122"/>
                <a:cs typeface="Barlow" pitchFamily="34" charset="-120"/>
              </a:rPr>
              <a:t>Si la Parte I diagnosticó el problema, esta parte construye la respuesta: el sistema completo, con sus ocho pilares.</a:t>
            </a:r>
            <a:endParaRPr lang="en-US" sz="2700" dirty="0"/>
          </a:p>
        </p:txBody>
      </p:sp>
      <p:pic>
        <p:nvPicPr>
          <p:cNvPr id="7" name="Imagen 6">
            <a:extLst>
              <a:ext uri="{FF2B5EF4-FFF2-40B4-BE49-F238E27FC236}">
                <a16:creationId xmlns:a16="http://schemas.microsoft.com/office/drawing/2014/main" id="{692BB893-FE88-9003-0953-5B0AD07D3D3C}"/>
              </a:ext>
            </a:extLst>
          </p:cNvPr>
          <p:cNvPicPr>
            <a:picLocks noChangeAspect="1"/>
          </p:cNvPicPr>
          <p:nvPr/>
        </p:nvPicPr>
        <p:blipFill>
          <a:blip r:embed="rId3"/>
          <a:stretch>
            <a:fillRect/>
          </a:stretch>
        </p:blipFill>
        <p:spPr>
          <a:xfrm>
            <a:off x="10465774" y="4106704"/>
            <a:ext cx="7178912" cy="33113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Qué es PCA™</a:t>
            </a:r>
            <a:endParaRPr lang="en-US" sz="5100" dirty="0"/>
          </a:p>
        </p:txBody>
      </p:sp>
      <p:sp>
        <p:nvSpPr>
          <p:cNvPr id="3" name="Text 1"/>
          <p:cNvSpPr/>
          <p:nvPr/>
        </p:nvSpPr>
        <p:spPr>
          <a:xfrm>
            <a:off x="952500" y="1944529"/>
            <a:ext cx="15206662" cy="1958340"/>
          </a:xfrm>
          <a:prstGeom prst="rect">
            <a:avLst/>
          </a:prstGeom>
          <a:noFill/>
          <a:ln/>
        </p:spPr>
        <p:txBody>
          <a:bodyPr wrap="square" lIns="25400" tIns="25400" rIns="25400" bIns="25400" rtlCol="0" anchor="t">
            <a:normAutofit/>
          </a:bodyPr>
          <a:lstStyle/>
          <a:p>
            <a:pPr marL="0" indent="0" algn="l">
              <a:lnSpc>
                <a:spcPct val="116667"/>
              </a:lnSpc>
              <a:buNone/>
            </a:pPr>
            <a:r>
              <a:rPr lang="en-US" sz="3600" dirty="0">
                <a:solidFill>
                  <a:srgbClr val="1D1F20"/>
                </a:solidFill>
                <a:latin typeface="Barlow" pitchFamily="34" charset="0"/>
                <a:ea typeface="Barlow" pitchFamily="34" charset="-122"/>
                <a:cs typeface="Barlow" pitchFamily="34" charset="-120"/>
              </a:rPr>
              <a:t>Un sistema práctico para pensar mejor, decidir mejor y ejecutar mejor — usando la IA como acelerador, sin que esa aceleración sustituya el criterio humano responsable del resultado.</a:t>
            </a:r>
            <a:endParaRPr lang="en-US" sz="3600" dirty="0"/>
          </a:p>
        </p:txBody>
      </p:sp>
      <p:sp>
        <p:nvSpPr>
          <p:cNvPr id="4" name="Shape 2"/>
          <p:cNvSpPr/>
          <p:nvPr/>
        </p:nvSpPr>
        <p:spPr>
          <a:xfrm>
            <a:off x="952500" y="6106716"/>
            <a:ext cx="8067675" cy="1709738"/>
          </a:xfrm>
          <a:prstGeom prst="rect">
            <a:avLst/>
          </a:prstGeom>
          <a:ln w="7620">
            <a:solidFill>
              <a:srgbClr val="1F1F1F">
                <a:alpha val="16000"/>
              </a:srgbClr>
            </a:solidFill>
            <a:prstDash val="solid"/>
          </a:ln>
        </p:spPr>
        <p:txBody>
          <a:bodyPr/>
          <a:lstStyle/>
          <a:p>
            <a:endParaRPr lang="en-US"/>
          </a:p>
        </p:txBody>
      </p:sp>
      <p:sp>
        <p:nvSpPr>
          <p:cNvPr id="5" name="Text 3"/>
          <p:cNvSpPr/>
          <p:nvPr/>
        </p:nvSpPr>
        <p:spPr>
          <a:xfrm>
            <a:off x="1379220" y="6579156"/>
            <a:ext cx="6077392" cy="793909"/>
          </a:xfrm>
          <a:prstGeom prst="rect">
            <a:avLst/>
          </a:prstGeom>
          <a:noFill/>
          <a:ln/>
        </p:spPr>
        <p:txBody>
          <a:bodyPr wrap="square" lIns="25400" tIns="25400" rIns="25400" bIns="25400" rtlCol="0" anchor="t">
            <a:normAutofit fontScale="92500" lnSpcReduction="10000"/>
          </a:bodyPr>
          <a:lstStyle/>
          <a:p>
            <a:pPr marL="0" indent="0" algn="l">
              <a:lnSpc>
                <a:spcPct val="130669"/>
              </a:lnSpc>
              <a:buNone/>
            </a:pPr>
            <a:r>
              <a:rPr lang="en-US" sz="2175" dirty="0">
                <a:solidFill>
                  <a:srgbClr val="1D1F21">
                    <a:alpha val="55000"/>
                  </a:srgbClr>
                </a:solidFill>
                <a:latin typeface="Barlow" pitchFamily="34" charset="0"/>
                <a:ea typeface="Barlow" pitchFamily="34" charset="-122"/>
                <a:cs typeface="Barlow" pitchFamily="34" charset="-120"/>
              </a:rPr>
              <a:t>PCA™ </a:t>
            </a:r>
            <a:r>
              <a:rPr lang="en-US" sz="2175" b="1" dirty="0">
                <a:solidFill>
                  <a:srgbClr val="1D1F20"/>
                </a:solidFill>
                <a:latin typeface="Barlow" pitchFamily="34" charset="0"/>
                <a:ea typeface="Barlow" pitchFamily="34" charset="-122"/>
                <a:cs typeface="Barlow" pitchFamily="34" charset="-120"/>
              </a:rPr>
              <a:t>no es </a:t>
            </a:r>
            <a:r>
              <a:rPr lang="en-US" sz="2175" dirty="0">
                <a:solidFill>
                  <a:srgbClr val="1D1F21">
                    <a:alpha val="55000"/>
                  </a:srgbClr>
                </a:solidFill>
                <a:latin typeface="Barlow" pitchFamily="34" charset="0"/>
                <a:ea typeface="Barlow" pitchFamily="34" charset="-122"/>
                <a:cs typeface="Barlow" pitchFamily="34" charset="-120"/>
              </a:rPr>
              <a:t>un curso de IA, ni pensamiento crítico académico y abstracto.</a:t>
            </a:r>
            <a:endParaRPr lang="en-US" sz="2175" dirty="0"/>
          </a:p>
        </p:txBody>
      </p:sp>
      <p:sp>
        <p:nvSpPr>
          <p:cNvPr id="6" name="Shape 4"/>
          <p:cNvSpPr/>
          <p:nvPr/>
        </p:nvSpPr>
        <p:spPr>
          <a:xfrm>
            <a:off x="9267825" y="6106716"/>
            <a:ext cx="8067675" cy="1709738"/>
          </a:xfrm>
          <a:prstGeom prst="rect">
            <a:avLst/>
          </a:prstGeom>
          <a:ln w="7620">
            <a:solidFill>
              <a:srgbClr val="1F1F1F">
                <a:alpha val="16000"/>
              </a:srgbClr>
            </a:solidFill>
            <a:prstDash val="solid"/>
          </a:ln>
        </p:spPr>
        <p:txBody>
          <a:bodyPr/>
          <a:lstStyle/>
          <a:p>
            <a:endParaRPr lang="en-US"/>
          </a:p>
        </p:txBody>
      </p:sp>
      <p:sp>
        <p:nvSpPr>
          <p:cNvPr id="7" name="Text 5"/>
          <p:cNvSpPr/>
          <p:nvPr/>
        </p:nvSpPr>
        <p:spPr>
          <a:xfrm>
            <a:off x="9694545" y="6579156"/>
            <a:ext cx="6909589" cy="793909"/>
          </a:xfrm>
          <a:prstGeom prst="rect">
            <a:avLst/>
          </a:prstGeom>
          <a:noFill/>
          <a:ln/>
        </p:spPr>
        <p:txBody>
          <a:bodyPr wrap="square" lIns="25400" tIns="25400" rIns="25400" bIns="25400" rtlCol="0" anchor="t">
            <a:normAutofit fontScale="92500" lnSpcReduction="10000"/>
          </a:bodyPr>
          <a:lstStyle/>
          <a:p>
            <a:pPr marL="0" indent="0" algn="l">
              <a:lnSpc>
                <a:spcPct val="130669"/>
              </a:lnSpc>
              <a:buNone/>
            </a:pPr>
            <a:r>
              <a:rPr lang="en-US" sz="2175" dirty="0">
                <a:solidFill>
                  <a:srgbClr val="1D1F21">
                    <a:alpha val="55000"/>
                  </a:srgbClr>
                </a:solidFill>
                <a:latin typeface="Barlow" pitchFamily="34" charset="0"/>
                <a:ea typeface="Barlow" pitchFamily="34" charset="-122"/>
                <a:cs typeface="Barlow" pitchFamily="34" charset="-120"/>
              </a:rPr>
              <a:t>PCA™ </a:t>
            </a:r>
            <a:r>
              <a:rPr lang="en-US" sz="2175" b="1" dirty="0">
                <a:solidFill>
                  <a:srgbClr val="1D1F20"/>
                </a:solidFill>
                <a:latin typeface="Barlow" pitchFamily="34" charset="0"/>
                <a:ea typeface="Barlow" pitchFamily="34" charset="-122"/>
                <a:cs typeface="Barlow" pitchFamily="34" charset="-120"/>
              </a:rPr>
              <a:t>es </a:t>
            </a:r>
            <a:r>
              <a:rPr lang="en-US" sz="2175" dirty="0">
                <a:solidFill>
                  <a:srgbClr val="1D1F21">
                    <a:alpha val="55000"/>
                  </a:srgbClr>
                </a:solidFill>
                <a:latin typeface="Barlow" pitchFamily="34" charset="0"/>
                <a:ea typeface="Barlow" pitchFamily="34" charset="-122"/>
                <a:cs typeface="Barlow" pitchFamily="34" charset="-120"/>
              </a:rPr>
              <a:t>un hábito entrenable: cambia cómo se observa, cuestiona y decide frente a un problema real.</a:t>
            </a:r>
            <a:endParaRPr lang="en-US" sz="21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Los ocho pilares de PCA™</a:t>
            </a:r>
            <a:endParaRPr lang="en-US" sz="5100" dirty="0"/>
          </a:p>
        </p:txBody>
      </p:sp>
      <p:sp>
        <p:nvSpPr>
          <p:cNvPr id="3" name="Shape 1"/>
          <p:cNvSpPr/>
          <p:nvPr/>
        </p:nvSpPr>
        <p:spPr>
          <a:xfrm>
            <a:off x="952500" y="1906429"/>
            <a:ext cx="3938588" cy="3443764"/>
          </a:xfrm>
          <a:prstGeom prst="rect">
            <a:avLst/>
          </a:prstGeom>
          <a:ln w="7620">
            <a:solidFill>
              <a:srgbClr val="1F1F1F">
                <a:alpha val="16000"/>
              </a:srgbClr>
            </a:solidFill>
            <a:prstDash val="solid"/>
          </a:ln>
        </p:spPr>
        <p:txBody>
          <a:bodyPr/>
          <a:lstStyle/>
          <a:p>
            <a:endParaRPr lang="en-US"/>
          </a:p>
        </p:txBody>
      </p:sp>
      <p:sp>
        <p:nvSpPr>
          <p:cNvPr id="4" name="Text 2"/>
          <p:cNvSpPr/>
          <p:nvPr/>
        </p:nvSpPr>
        <p:spPr>
          <a:xfrm>
            <a:off x="1226820" y="2180749"/>
            <a:ext cx="3728942"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1</a:t>
            </a:r>
            <a:endParaRPr lang="en-US" sz="3600" dirty="0"/>
          </a:p>
        </p:txBody>
      </p:sp>
      <p:sp>
        <p:nvSpPr>
          <p:cNvPr id="5" name="Text 3"/>
          <p:cNvSpPr/>
          <p:nvPr/>
        </p:nvSpPr>
        <p:spPr>
          <a:xfrm>
            <a:off x="1226820" y="2984659"/>
            <a:ext cx="3728942"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Realidad</a:t>
            </a:r>
            <a:endParaRPr lang="en-US" sz="2175" dirty="0"/>
          </a:p>
        </p:txBody>
      </p:sp>
      <p:sp>
        <p:nvSpPr>
          <p:cNvPr id="6" name="Text 4"/>
          <p:cNvSpPr/>
          <p:nvPr/>
        </p:nvSpPr>
        <p:spPr>
          <a:xfrm>
            <a:off x="1226820" y="3508058"/>
            <a:ext cx="3728942"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¿Qué está pasando realmente?</a:t>
            </a:r>
            <a:endParaRPr lang="en-US" sz="1875" dirty="0"/>
          </a:p>
        </p:txBody>
      </p:sp>
      <p:sp>
        <p:nvSpPr>
          <p:cNvPr id="7" name="Shape 5"/>
          <p:cNvSpPr/>
          <p:nvPr/>
        </p:nvSpPr>
        <p:spPr>
          <a:xfrm>
            <a:off x="5100638" y="1906429"/>
            <a:ext cx="3938588" cy="3443764"/>
          </a:xfrm>
          <a:prstGeom prst="rect">
            <a:avLst/>
          </a:prstGeom>
          <a:ln w="7620">
            <a:solidFill>
              <a:srgbClr val="1F1F1F">
                <a:alpha val="16000"/>
              </a:srgbClr>
            </a:solidFill>
            <a:prstDash val="solid"/>
          </a:ln>
        </p:spPr>
        <p:txBody>
          <a:bodyPr/>
          <a:lstStyle/>
          <a:p>
            <a:endParaRPr lang="en-US"/>
          </a:p>
        </p:txBody>
      </p:sp>
      <p:sp>
        <p:nvSpPr>
          <p:cNvPr id="8" name="Text 6"/>
          <p:cNvSpPr/>
          <p:nvPr/>
        </p:nvSpPr>
        <p:spPr>
          <a:xfrm>
            <a:off x="5374957" y="2180749"/>
            <a:ext cx="3728942"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2</a:t>
            </a:r>
            <a:endParaRPr lang="en-US" sz="3600" dirty="0"/>
          </a:p>
        </p:txBody>
      </p:sp>
      <p:sp>
        <p:nvSpPr>
          <p:cNvPr id="9" name="Text 7"/>
          <p:cNvSpPr/>
          <p:nvPr/>
        </p:nvSpPr>
        <p:spPr>
          <a:xfrm>
            <a:off x="5374957" y="2984659"/>
            <a:ext cx="3728942"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Problema correcto</a:t>
            </a:r>
            <a:endParaRPr lang="en-US" sz="2175" dirty="0"/>
          </a:p>
        </p:txBody>
      </p:sp>
      <p:sp>
        <p:nvSpPr>
          <p:cNvPr id="10" name="Text 8"/>
          <p:cNvSpPr/>
          <p:nvPr/>
        </p:nvSpPr>
        <p:spPr>
          <a:xfrm>
            <a:off x="5374957" y="3508058"/>
            <a:ext cx="3491646" cy="776287"/>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¿Estamos resolviendo lo correcto?</a:t>
            </a:r>
            <a:endParaRPr lang="en-US" sz="1875" dirty="0"/>
          </a:p>
        </p:txBody>
      </p:sp>
      <p:sp>
        <p:nvSpPr>
          <p:cNvPr id="11" name="Shape 9"/>
          <p:cNvSpPr/>
          <p:nvPr/>
        </p:nvSpPr>
        <p:spPr>
          <a:xfrm>
            <a:off x="9248775" y="1906429"/>
            <a:ext cx="3938588" cy="3443764"/>
          </a:xfrm>
          <a:prstGeom prst="rect">
            <a:avLst/>
          </a:prstGeom>
          <a:ln w="7620">
            <a:solidFill>
              <a:srgbClr val="1F1F1F">
                <a:alpha val="16000"/>
              </a:srgbClr>
            </a:solidFill>
            <a:prstDash val="solid"/>
          </a:ln>
        </p:spPr>
        <p:txBody>
          <a:bodyPr/>
          <a:lstStyle/>
          <a:p>
            <a:endParaRPr lang="en-US"/>
          </a:p>
        </p:txBody>
      </p:sp>
      <p:sp>
        <p:nvSpPr>
          <p:cNvPr id="12" name="Text 10"/>
          <p:cNvSpPr/>
          <p:nvPr/>
        </p:nvSpPr>
        <p:spPr>
          <a:xfrm>
            <a:off x="9523095" y="2180749"/>
            <a:ext cx="3728942"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3</a:t>
            </a:r>
            <a:endParaRPr lang="en-US" sz="3600" dirty="0"/>
          </a:p>
        </p:txBody>
      </p:sp>
      <p:sp>
        <p:nvSpPr>
          <p:cNvPr id="13" name="Text 11"/>
          <p:cNvSpPr/>
          <p:nvPr/>
        </p:nvSpPr>
        <p:spPr>
          <a:xfrm>
            <a:off x="9523095" y="2984659"/>
            <a:ext cx="3728942"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Sesgos</a:t>
            </a:r>
            <a:endParaRPr lang="en-US" sz="2175" dirty="0"/>
          </a:p>
        </p:txBody>
      </p:sp>
      <p:sp>
        <p:nvSpPr>
          <p:cNvPr id="14" name="Text 12"/>
          <p:cNvSpPr/>
          <p:nvPr/>
        </p:nvSpPr>
        <p:spPr>
          <a:xfrm>
            <a:off x="9523095" y="3508058"/>
            <a:ext cx="3728942"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¿Qué distorsiona nuestro juicio?</a:t>
            </a:r>
            <a:endParaRPr lang="en-US" sz="1875" dirty="0"/>
          </a:p>
        </p:txBody>
      </p:sp>
      <p:sp>
        <p:nvSpPr>
          <p:cNvPr id="15" name="Shape 13"/>
          <p:cNvSpPr/>
          <p:nvPr/>
        </p:nvSpPr>
        <p:spPr>
          <a:xfrm>
            <a:off x="13396913" y="1906429"/>
            <a:ext cx="3938588" cy="3443764"/>
          </a:xfrm>
          <a:prstGeom prst="rect">
            <a:avLst/>
          </a:prstGeom>
          <a:ln w="7620">
            <a:solidFill>
              <a:srgbClr val="1F1F1F">
                <a:alpha val="16000"/>
              </a:srgbClr>
            </a:solidFill>
            <a:prstDash val="solid"/>
          </a:ln>
        </p:spPr>
        <p:txBody>
          <a:bodyPr/>
          <a:lstStyle/>
          <a:p>
            <a:endParaRPr lang="en-US"/>
          </a:p>
        </p:txBody>
      </p:sp>
      <p:sp>
        <p:nvSpPr>
          <p:cNvPr id="16" name="Text 14"/>
          <p:cNvSpPr/>
          <p:nvPr/>
        </p:nvSpPr>
        <p:spPr>
          <a:xfrm>
            <a:off x="13671233" y="2180749"/>
            <a:ext cx="3728942"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4</a:t>
            </a:r>
            <a:endParaRPr lang="en-US" sz="3600" dirty="0"/>
          </a:p>
        </p:txBody>
      </p:sp>
      <p:sp>
        <p:nvSpPr>
          <p:cNvPr id="17" name="Text 15"/>
          <p:cNvSpPr/>
          <p:nvPr/>
        </p:nvSpPr>
        <p:spPr>
          <a:xfrm>
            <a:off x="13671233" y="2984659"/>
            <a:ext cx="3728942"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Razonamiento</a:t>
            </a:r>
            <a:endParaRPr lang="en-US" sz="2175" dirty="0"/>
          </a:p>
        </p:txBody>
      </p:sp>
      <p:sp>
        <p:nvSpPr>
          <p:cNvPr id="18" name="Text 16"/>
          <p:cNvSpPr/>
          <p:nvPr/>
        </p:nvSpPr>
        <p:spPr>
          <a:xfrm>
            <a:off x="13671233" y="3508058"/>
            <a:ext cx="3728942"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¿La conclusión se sostiene?</a:t>
            </a:r>
            <a:endParaRPr lang="en-US" sz="1875" dirty="0"/>
          </a:p>
        </p:txBody>
      </p:sp>
      <p:sp>
        <p:nvSpPr>
          <p:cNvPr id="19" name="Shape 17"/>
          <p:cNvSpPr/>
          <p:nvPr/>
        </p:nvSpPr>
        <p:spPr>
          <a:xfrm>
            <a:off x="952500" y="5559743"/>
            <a:ext cx="3938588" cy="3443764"/>
          </a:xfrm>
          <a:prstGeom prst="rect">
            <a:avLst/>
          </a:prstGeom>
          <a:ln w="7620">
            <a:solidFill>
              <a:srgbClr val="1F1F1F">
                <a:alpha val="16000"/>
              </a:srgbClr>
            </a:solidFill>
            <a:prstDash val="solid"/>
          </a:ln>
        </p:spPr>
        <p:txBody>
          <a:bodyPr/>
          <a:lstStyle/>
          <a:p>
            <a:endParaRPr lang="en-US"/>
          </a:p>
        </p:txBody>
      </p:sp>
      <p:sp>
        <p:nvSpPr>
          <p:cNvPr id="20" name="Text 18"/>
          <p:cNvSpPr/>
          <p:nvPr/>
        </p:nvSpPr>
        <p:spPr>
          <a:xfrm>
            <a:off x="1226820" y="5834063"/>
            <a:ext cx="3728942"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5</a:t>
            </a:r>
            <a:endParaRPr lang="en-US" sz="3600" dirty="0"/>
          </a:p>
        </p:txBody>
      </p:sp>
      <p:sp>
        <p:nvSpPr>
          <p:cNvPr id="21" name="Text 19"/>
          <p:cNvSpPr/>
          <p:nvPr/>
        </p:nvSpPr>
        <p:spPr>
          <a:xfrm>
            <a:off x="1226820" y="6637973"/>
            <a:ext cx="3728942"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Alternativas</a:t>
            </a:r>
            <a:endParaRPr lang="en-US" sz="2175" dirty="0"/>
          </a:p>
        </p:txBody>
      </p:sp>
      <p:sp>
        <p:nvSpPr>
          <p:cNvPr id="22" name="Text 20"/>
          <p:cNvSpPr/>
          <p:nvPr/>
        </p:nvSpPr>
        <p:spPr>
          <a:xfrm>
            <a:off x="1226820" y="7161372"/>
            <a:ext cx="3728942"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¿Qué opciones no vemos?</a:t>
            </a:r>
            <a:endParaRPr lang="en-US" sz="1875" dirty="0"/>
          </a:p>
        </p:txBody>
      </p:sp>
      <p:sp>
        <p:nvSpPr>
          <p:cNvPr id="23" name="Shape 21"/>
          <p:cNvSpPr/>
          <p:nvPr/>
        </p:nvSpPr>
        <p:spPr>
          <a:xfrm>
            <a:off x="5100638" y="5559743"/>
            <a:ext cx="3938588" cy="3443764"/>
          </a:xfrm>
          <a:prstGeom prst="rect">
            <a:avLst/>
          </a:prstGeom>
          <a:ln w="7620">
            <a:solidFill>
              <a:srgbClr val="1F1F1F">
                <a:alpha val="16000"/>
              </a:srgbClr>
            </a:solidFill>
            <a:prstDash val="solid"/>
          </a:ln>
        </p:spPr>
        <p:txBody>
          <a:bodyPr/>
          <a:lstStyle/>
          <a:p>
            <a:endParaRPr lang="en-US"/>
          </a:p>
        </p:txBody>
      </p:sp>
      <p:sp>
        <p:nvSpPr>
          <p:cNvPr id="24" name="Text 22"/>
          <p:cNvSpPr/>
          <p:nvPr/>
        </p:nvSpPr>
        <p:spPr>
          <a:xfrm>
            <a:off x="5374957" y="5834063"/>
            <a:ext cx="3728942"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6</a:t>
            </a:r>
            <a:endParaRPr lang="en-US" sz="3600" dirty="0"/>
          </a:p>
        </p:txBody>
      </p:sp>
      <p:sp>
        <p:nvSpPr>
          <p:cNvPr id="25" name="Text 23"/>
          <p:cNvSpPr/>
          <p:nvPr/>
        </p:nvSpPr>
        <p:spPr>
          <a:xfrm>
            <a:off x="5374957" y="6637973"/>
            <a:ext cx="3728942"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Sistema</a:t>
            </a:r>
            <a:endParaRPr lang="en-US" sz="2175" dirty="0"/>
          </a:p>
        </p:txBody>
      </p:sp>
      <p:sp>
        <p:nvSpPr>
          <p:cNvPr id="26" name="Text 24"/>
          <p:cNvSpPr/>
          <p:nvPr/>
        </p:nvSpPr>
        <p:spPr>
          <a:xfrm>
            <a:off x="5374957" y="7161372"/>
            <a:ext cx="3728942"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¿Cómo se conecta todo?</a:t>
            </a:r>
            <a:endParaRPr lang="en-US" sz="1875" dirty="0"/>
          </a:p>
        </p:txBody>
      </p:sp>
      <p:sp>
        <p:nvSpPr>
          <p:cNvPr id="27" name="Shape 25"/>
          <p:cNvSpPr/>
          <p:nvPr/>
        </p:nvSpPr>
        <p:spPr>
          <a:xfrm>
            <a:off x="9248775" y="5559743"/>
            <a:ext cx="3938588" cy="3443764"/>
          </a:xfrm>
          <a:prstGeom prst="rect">
            <a:avLst/>
          </a:prstGeom>
          <a:ln w="7620">
            <a:solidFill>
              <a:srgbClr val="1F1F1F">
                <a:alpha val="16000"/>
              </a:srgbClr>
            </a:solidFill>
            <a:prstDash val="solid"/>
          </a:ln>
        </p:spPr>
        <p:txBody>
          <a:bodyPr/>
          <a:lstStyle/>
          <a:p>
            <a:endParaRPr lang="en-US"/>
          </a:p>
        </p:txBody>
      </p:sp>
      <p:sp>
        <p:nvSpPr>
          <p:cNvPr id="28" name="Text 26"/>
          <p:cNvSpPr/>
          <p:nvPr/>
        </p:nvSpPr>
        <p:spPr>
          <a:xfrm>
            <a:off x="9523095" y="5834063"/>
            <a:ext cx="3728942"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7</a:t>
            </a:r>
            <a:endParaRPr lang="en-US" sz="3600" dirty="0"/>
          </a:p>
        </p:txBody>
      </p:sp>
      <p:sp>
        <p:nvSpPr>
          <p:cNvPr id="29" name="Text 27"/>
          <p:cNvSpPr/>
          <p:nvPr/>
        </p:nvSpPr>
        <p:spPr>
          <a:xfrm>
            <a:off x="9523095" y="6637973"/>
            <a:ext cx="3728942"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Incertidumbre</a:t>
            </a:r>
            <a:endParaRPr lang="en-US" sz="2175" dirty="0"/>
          </a:p>
        </p:txBody>
      </p:sp>
      <p:sp>
        <p:nvSpPr>
          <p:cNvPr id="30" name="Text 28"/>
          <p:cNvSpPr/>
          <p:nvPr/>
        </p:nvSpPr>
        <p:spPr>
          <a:xfrm>
            <a:off x="9523095" y="7161372"/>
            <a:ext cx="3728942"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¿Qué puede salir mal?</a:t>
            </a:r>
            <a:endParaRPr lang="en-US" sz="1875" dirty="0"/>
          </a:p>
        </p:txBody>
      </p:sp>
      <p:sp>
        <p:nvSpPr>
          <p:cNvPr id="31" name="Shape 29"/>
          <p:cNvSpPr/>
          <p:nvPr/>
        </p:nvSpPr>
        <p:spPr>
          <a:xfrm>
            <a:off x="13396913" y="5559743"/>
            <a:ext cx="3938588" cy="3443764"/>
          </a:xfrm>
          <a:prstGeom prst="rect">
            <a:avLst/>
          </a:prstGeom>
          <a:ln w="7620">
            <a:solidFill>
              <a:srgbClr val="5980A6"/>
            </a:solidFill>
            <a:prstDash val="solid"/>
          </a:ln>
        </p:spPr>
        <p:txBody>
          <a:bodyPr/>
          <a:lstStyle/>
          <a:p>
            <a:endParaRPr lang="en-US"/>
          </a:p>
        </p:txBody>
      </p:sp>
      <p:sp>
        <p:nvSpPr>
          <p:cNvPr id="32" name="Text 30"/>
          <p:cNvSpPr/>
          <p:nvPr/>
        </p:nvSpPr>
        <p:spPr>
          <a:xfrm>
            <a:off x="13671233" y="5834063"/>
            <a:ext cx="3728942"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8</a:t>
            </a:r>
            <a:endParaRPr lang="en-US" sz="3600" dirty="0"/>
          </a:p>
        </p:txBody>
      </p:sp>
      <p:sp>
        <p:nvSpPr>
          <p:cNvPr id="33" name="Text 31"/>
          <p:cNvSpPr/>
          <p:nvPr/>
        </p:nvSpPr>
        <p:spPr>
          <a:xfrm>
            <a:off x="13671233" y="6637973"/>
            <a:ext cx="3728942"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Acción</a:t>
            </a:r>
            <a:endParaRPr lang="en-US" sz="2175" dirty="0"/>
          </a:p>
        </p:txBody>
      </p:sp>
      <p:sp>
        <p:nvSpPr>
          <p:cNvPr id="34" name="Text 32"/>
          <p:cNvSpPr/>
          <p:nvPr/>
        </p:nvSpPr>
        <p:spPr>
          <a:xfrm>
            <a:off x="13671233" y="7161372"/>
            <a:ext cx="3491646" cy="776287"/>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¿Qué haremos y cómo aprenderemos?</a:t>
            </a:r>
            <a:endParaRPr lang="en-US" sz="1875" dirty="0"/>
          </a:p>
        </p:txBody>
      </p:sp>
      <p:sp>
        <p:nvSpPr>
          <p:cNvPr id="35" name="Text 33"/>
          <p:cNvSpPr/>
          <p:nvPr/>
        </p:nvSpPr>
        <p:spPr>
          <a:xfrm>
            <a:off x="952500" y="9270206"/>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Inspirados en Drucker, Kahneman, Paul y Elder, De Bono, Senge y Taleb — integrados en un solo hábito entrenable.</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Los ocho pilares de PCA™ - El Ciclo PCA</a:t>
            </a:r>
            <a:endParaRPr lang="en-US" sz="5100" dirty="0"/>
          </a:p>
        </p:txBody>
      </p:sp>
      <p:sp>
        <p:nvSpPr>
          <p:cNvPr id="3" name="Text 1"/>
          <p:cNvSpPr/>
          <p:nvPr/>
        </p:nvSpPr>
        <p:spPr>
          <a:xfrm>
            <a:off x="952500" y="141805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Inspirados en Drucker, Kahneman, Paul y Elder, De Bono, Senge y Taleb — integrados en un solo hábito entrenable.</a:t>
            </a:r>
            <a:endParaRPr lang="en-US" sz="1875" dirty="0"/>
          </a:p>
        </p:txBody>
      </p:sp>
      <p:pic>
        <p:nvPicPr>
          <p:cNvPr id="5" name="Imagen 4">
            <a:extLst>
              <a:ext uri="{FF2B5EF4-FFF2-40B4-BE49-F238E27FC236}">
                <a16:creationId xmlns:a16="http://schemas.microsoft.com/office/drawing/2014/main" id="{A3622EB8-8DAB-8A2D-BB6B-214E4C49BA87}"/>
              </a:ext>
            </a:extLst>
          </p:cNvPr>
          <p:cNvPicPr>
            <a:picLocks noChangeAspect="1"/>
          </p:cNvPicPr>
          <p:nvPr/>
        </p:nvPicPr>
        <p:blipFill>
          <a:blip r:embed="rId3"/>
          <a:srcRect l="9849" t="13160" r="8238" b="4312"/>
          <a:stretch>
            <a:fillRect/>
          </a:stretch>
        </p:blipFill>
        <p:spPr>
          <a:xfrm>
            <a:off x="3151909" y="1953491"/>
            <a:ext cx="11984182" cy="804949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70754" y="1002506"/>
            <a:ext cx="201573"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1</a:t>
            </a:r>
            <a:endParaRPr lang="en-US" sz="3600" dirty="0"/>
          </a:p>
        </p:txBody>
      </p:sp>
      <p:sp>
        <p:nvSpPr>
          <p:cNvPr id="4" name="Text 2"/>
          <p:cNvSpPr/>
          <p:nvPr/>
        </p:nvSpPr>
        <p:spPr>
          <a:xfrm>
            <a:off x="1943100" y="800100"/>
            <a:ext cx="2078998"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1</a:t>
            </a:r>
            <a:endParaRPr lang="en-US" sz="1875" dirty="0"/>
          </a:p>
        </p:txBody>
      </p:sp>
      <p:sp>
        <p:nvSpPr>
          <p:cNvPr id="5" name="Text 3"/>
          <p:cNvSpPr/>
          <p:nvPr/>
        </p:nvSpPr>
        <p:spPr>
          <a:xfrm>
            <a:off x="1943100" y="1188244"/>
            <a:ext cx="2078998"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Realidad</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¿Qué está pasando realmente?</a:t>
            </a:r>
            <a:endParaRPr lang="en-US" sz="3600" dirty="0"/>
          </a:p>
        </p:txBody>
      </p:sp>
      <p:sp>
        <p:nvSpPr>
          <p:cNvPr id="7" name="Text 5"/>
          <p:cNvSpPr/>
          <p:nvPr/>
        </p:nvSpPr>
        <p:spPr>
          <a:xfrm>
            <a:off x="952500" y="4889897"/>
            <a:ext cx="15206662"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Un reporte mostraba entregas a tiempo subiendo de 78% a 91% en seis semanas. El director visitó el centro de distribución sin avisar: el equipo de planeación renegociaba, discretamente, las fechas comprometidas con cada cliente. El indicador subía. El cliente seguía recibiendo su pedido tan tarde como antes.</a:t>
            </a:r>
            <a:endParaRPr lang="en-US" sz="2700" dirty="0"/>
          </a:p>
        </p:txBody>
      </p:sp>
      <p:sp>
        <p:nvSpPr>
          <p:cNvPr id="8" name="Shape 6"/>
          <p:cNvSpPr/>
          <p:nvPr/>
        </p:nvSpPr>
        <p:spPr>
          <a:xfrm>
            <a:off x="952500" y="8510111"/>
            <a:ext cx="16383000" cy="1129189"/>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1379220" y="8860631"/>
            <a:ext cx="1708251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"Ningún reporte ha mentido jamás tan eficazmente como uno que es, en cada una de sus cifras, completamente correcto."</a:t>
            </a:r>
            <a:endParaRPr lang="en-US" sz="21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1 · REALIDAD</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Rol de la IA</a:t>
            </a:r>
            <a:endParaRPr lang="en-US" sz="5100" dirty="0"/>
          </a:p>
        </p:txBody>
      </p:sp>
      <p:sp>
        <p:nvSpPr>
          <p:cNvPr id="4" name="Text 2"/>
          <p:cNvSpPr/>
          <p:nvPr/>
        </p:nvSpPr>
        <p:spPr>
          <a:xfrm>
            <a:off x="952500" y="4500086"/>
            <a:ext cx="8093869" cy="31242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Puede comparar tendencias y detectar anomalías dentro de los datos ya disponibles. No puede observar una realidad a la que nunca tuvo acceso directo — como el piso del centro de distribución. Decidir ir a verificar con los propios ojos sigue siendo, siempre, una decisión humana.</a:t>
            </a:r>
            <a:endParaRPr lang="en-US" sz="2700" dirty="0"/>
          </a:p>
        </p:txBody>
      </p:sp>
      <p:sp>
        <p:nvSpPr>
          <p:cNvPr id="5" name="Shape 3"/>
          <p:cNvSpPr/>
          <p:nvPr/>
        </p:nvSpPr>
        <p:spPr>
          <a:xfrm>
            <a:off x="9477375" y="4714161"/>
            <a:ext cx="7858125" cy="2657951"/>
          </a:xfrm>
          <a:prstGeom prst="rect">
            <a:avLst/>
          </a:prstGeom>
          <a:solidFill>
            <a:srgbClr val="F2F2F3"/>
          </a:solidFill>
          <a:ln w="7620">
            <a:solidFill>
              <a:srgbClr val="1F1F1F">
                <a:alpha val="16000"/>
              </a:srgbClr>
            </a:solidFill>
            <a:prstDash val="solid"/>
          </a:ln>
        </p:spPr>
        <p:txBody>
          <a:bodyPr/>
          <a:lstStyle/>
          <a:p>
            <a:endParaRPr lang="en-US"/>
          </a:p>
        </p:txBody>
      </p:sp>
      <p:sp>
        <p:nvSpPr>
          <p:cNvPr id="6" name="Text 4"/>
          <p:cNvSpPr/>
          <p:nvPr/>
        </p:nvSpPr>
        <p:spPr>
          <a:xfrm>
            <a:off x="9904095" y="5186601"/>
            <a:ext cx="896422" cy="365760"/>
          </a:xfrm>
          <a:prstGeom prst="rect">
            <a:avLst/>
          </a:prstGeom>
          <a:noFill/>
          <a:ln/>
        </p:spPr>
        <p:txBody>
          <a:bodyPr wrap="square" lIns="25400" tIns="25400" rIns="25400" bIns="25400" rtlCol="0" anchor="t">
            <a:normAutofit fontScale="85000" lnSpcReduction="10000"/>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Práctica</a:t>
            </a:r>
            <a:endParaRPr lang="en-US" sz="2175" dirty="0"/>
          </a:p>
        </p:txBody>
      </p:sp>
      <p:sp>
        <p:nvSpPr>
          <p:cNvPr id="7" name="Text 5"/>
          <p:cNvSpPr/>
          <p:nvPr/>
        </p:nvSpPr>
        <p:spPr>
          <a:xfrm>
            <a:off x="9904095" y="5702379"/>
            <a:ext cx="7214826" cy="1281113"/>
          </a:xfrm>
          <a:prstGeom prst="rect">
            <a:avLst/>
          </a:prstGeom>
          <a:noFill/>
          <a:ln/>
        </p:spPr>
        <p:txBody>
          <a:bodyPr wrap="square" lIns="25400" tIns="25400" rIns="25400" bIns="25400" rtlCol="0" anchor="t">
            <a:normAutofit/>
          </a:bodyPr>
          <a:lstStyle/>
          <a:p>
            <a:pPr marL="0" indent="0" algn="l">
              <a:lnSpc>
                <a:spcPct val="126453"/>
              </a:lnSpc>
              <a:buNone/>
            </a:pPr>
            <a:r>
              <a:rPr lang="en-US" sz="2175" dirty="0">
                <a:solidFill>
                  <a:srgbClr val="1D1F20"/>
                </a:solidFill>
                <a:latin typeface="Barlow" pitchFamily="34" charset="0"/>
                <a:ea typeface="Barlow" pitchFamily="34" charset="-122"/>
                <a:cs typeface="Barlow" pitchFamily="34" charset="-120"/>
              </a:rPr>
              <a:t>Cuando un indicador mejora más rápido de lo esperado, o coincide justo con lo que esperabas oír: sospecha un poco más, no menos.</a:t>
            </a:r>
            <a:endParaRPr lang="en-US" sz="21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36345" y="1002506"/>
            <a:ext cx="27051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2</a:t>
            </a:r>
            <a:endParaRPr lang="en-US" sz="3600" dirty="0"/>
          </a:p>
        </p:txBody>
      </p:sp>
      <p:sp>
        <p:nvSpPr>
          <p:cNvPr id="4" name="Text 2"/>
          <p:cNvSpPr/>
          <p:nvPr/>
        </p:nvSpPr>
        <p:spPr>
          <a:xfrm>
            <a:off x="1943100" y="800100"/>
            <a:ext cx="4512135"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2</a:t>
            </a:r>
            <a:endParaRPr lang="en-US" sz="1875" dirty="0"/>
          </a:p>
        </p:txBody>
      </p:sp>
      <p:sp>
        <p:nvSpPr>
          <p:cNvPr id="5" name="Text 3"/>
          <p:cNvSpPr/>
          <p:nvPr/>
        </p:nvSpPr>
        <p:spPr>
          <a:xfrm>
            <a:off x="1943100" y="1188244"/>
            <a:ext cx="4512135"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Problema correcto</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¿Estamos resolviendo lo correcto?</a:t>
            </a:r>
            <a:endParaRPr lang="en-US" sz="3600" dirty="0"/>
          </a:p>
        </p:txBody>
      </p:sp>
      <p:sp>
        <p:nvSpPr>
          <p:cNvPr id="7" name="Text 5"/>
          <p:cNvSpPr/>
          <p:nvPr/>
        </p:nvSpPr>
        <p:spPr>
          <a:xfrm>
            <a:off x="952500" y="5454491"/>
            <a:ext cx="8957215"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Prohibir la renegociación de fechas resolvió el problema de la medición — el indicador ya no mentía. Pero el problema real, por qué la operación llegaba tarde, seguía intacto. Solo ahora era visible, en lugar de estar oculto.</a:t>
            </a:r>
            <a:endParaRPr lang="en-US" sz="2700" dirty="0"/>
          </a:p>
        </p:txBody>
      </p:sp>
      <p:sp>
        <p:nvSpPr>
          <p:cNvPr id="8" name="Shape 6"/>
          <p:cNvSpPr/>
          <p:nvPr/>
        </p:nvSpPr>
        <p:spPr>
          <a:xfrm>
            <a:off x="10220325" y="5011341"/>
            <a:ext cx="7115175" cy="879634"/>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10513695" y="5304711"/>
            <a:ext cx="5625632" cy="320040"/>
          </a:xfrm>
          <a:prstGeom prst="rect">
            <a:avLst/>
          </a:prstGeom>
          <a:noFill/>
          <a:ln/>
        </p:spPr>
        <p:txBody>
          <a:bodyPr wrap="square" lIns="25400" tIns="25400" rIns="25400" bIns="25400" rtlCol="0" anchor="t">
            <a:normAutofit fontScale="85000" lnSpcReduction="20000"/>
          </a:bodyPr>
          <a:lstStyle/>
          <a:p>
            <a:pPr marL="0" indent="0" algn="l">
              <a:lnSpc>
                <a:spcPct val="130912"/>
              </a:lnSpc>
              <a:buNone/>
            </a:pPr>
            <a:r>
              <a:rPr lang="en-US" sz="1875" dirty="0">
                <a:solidFill>
                  <a:srgbClr val="1D1F20"/>
                </a:solidFill>
                <a:latin typeface="Barlow" pitchFamily="34" charset="0"/>
                <a:ea typeface="Barlow" pitchFamily="34" charset="-122"/>
                <a:cs typeface="Barlow" pitchFamily="34" charset="-120"/>
              </a:rPr>
              <a:t>¿El problema desaparece o solo cambia de forma?</a:t>
            </a:r>
            <a:endParaRPr lang="en-US" sz="1875" dirty="0"/>
          </a:p>
        </p:txBody>
      </p:sp>
      <p:sp>
        <p:nvSpPr>
          <p:cNvPr id="10" name="Shape 8"/>
          <p:cNvSpPr/>
          <p:nvPr/>
        </p:nvSpPr>
        <p:spPr>
          <a:xfrm>
            <a:off x="10220325" y="6043375"/>
            <a:ext cx="7115175" cy="879634"/>
          </a:xfrm>
          <a:prstGeom prst="rect">
            <a:avLst/>
          </a:prstGeom>
          <a:ln w="7620">
            <a:solidFill>
              <a:srgbClr val="1F1F1F">
                <a:alpha val="16000"/>
              </a:srgbClr>
            </a:solidFill>
            <a:prstDash val="solid"/>
          </a:ln>
        </p:spPr>
        <p:txBody>
          <a:bodyPr/>
          <a:lstStyle/>
          <a:p>
            <a:endParaRPr lang="en-US"/>
          </a:p>
        </p:txBody>
      </p:sp>
      <p:sp>
        <p:nvSpPr>
          <p:cNvPr id="11" name="Text 9"/>
          <p:cNvSpPr/>
          <p:nvPr/>
        </p:nvSpPr>
        <p:spPr>
          <a:xfrm>
            <a:off x="10513695" y="6336745"/>
            <a:ext cx="5024223" cy="320040"/>
          </a:xfrm>
          <a:prstGeom prst="rect">
            <a:avLst/>
          </a:prstGeom>
          <a:noFill/>
          <a:ln/>
        </p:spPr>
        <p:txBody>
          <a:bodyPr wrap="square" lIns="25400" tIns="25400" rIns="25400" bIns="25400" rtlCol="0" anchor="t">
            <a:normAutofit fontScale="85000" lnSpcReduction="20000"/>
          </a:bodyPr>
          <a:lstStyle/>
          <a:p>
            <a:pPr marL="0" indent="0" algn="l">
              <a:lnSpc>
                <a:spcPct val="130912"/>
              </a:lnSpc>
              <a:buNone/>
            </a:pPr>
            <a:r>
              <a:rPr lang="en-US" sz="1875" dirty="0">
                <a:solidFill>
                  <a:srgbClr val="1D1F20"/>
                </a:solidFill>
                <a:latin typeface="Barlow" pitchFamily="34" charset="0"/>
                <a:ea typeface="Barlow" pitchFamily="34" charset="-122"/>
                <a:cs typeface="Barlow" pitchFamily="34" charset="-120"/>
              </a:rPr>
              <a:t>¿Cuánto lleva repitiéndose con otro nombre?</a:t>
            </a:r>
            <a:endParaRPr lang="en-US" sz="1875" dirty="0"/>
          </a:p>
        </p:txBody>
      </p:sp>
      <p:sp>
        <p:nvSpPr>
          <p:cNvPr id="12" name="Shape 10"/>
          <p:cNvSpPr/>
          <p:nvPr/>
        </p:nvSpPr>
        <p:spPr>
          <a:xfrm>
            <a:off x="10220325" y="7075408"/>
            <a:ext cx="7115175" cy="879634"/>
          </a:xfrm>
          <a:prstGeom prst="rect">
            <a:avLst/>
          </a:prstGeom>
          <a:ln w="7620">
            <a:solidFill>
              <a:srgbClr val="1F1F1F">
                <a:alpha val="16000"/>
              </a:srgbClr>
            </a:solidFill>
            <a:prstDash val="solid"/>
          </a:ln>
        </p:spPr>
        <p:txBody>
          <a:bodyPr/>
          <a:lstStyle/>
          <a:p>
            <a:endParaRPr lang="en-US"/>
          </a:p>
        </p:txBody>
      </p:sp>
      <p:sp>
        <p:nvSpPr>
          <p:cNvPr id="13" name="Text 11"/>
          <p:cNvSpPr/>
          <p:nvPr/>
        </p:nvSpPr>
        <p:spPr>
          <a:xfrm>
            <a:off x="10513695" y="7368778"/>
            <a:ext cx="5134761" cy="320040"/>
          </a:xfrm>
          <a:prstGeom prst="rect">
            <a:avLst/>
          </a:prstGeom>
          <a:noFill/>
          <a:ln/>
        </p:spPr>
        <p:txBody>
          <a:bodyPr wrap="square" lIns="25400" tIns="25400" rIns="25400" bIns="25400" rtlCol="0" anchor="t">
            <a:normAutofit fontScale="85000" lnSpcReduction="20000"/>
          </a:bodyPr>
          <a:lstStyle/>
          <a:p>
            <a:pPr marL="0" indent="0" algn="l">
              <a:lnSpc>
                <a:spcPct val="130912"/>
              </a:lnSpc>
              <a:buNone/>
            </a:pPr>
            <a:r>
              <a:rPr lang="en-US" sz="1875" dirty="0">
                <a:solidFill>
                  <a:srgbClr val="1D1F20"/>
                </a:solidFill>
                <a:latin typeface="Barlow" pitchFamily="34" charset="0"/>
                <a:ea typeface="Barlow" pitchFamily="34" charset="-122"/>
                <a:cs typeface="Barlow" pitchFamily="34" charset="-120"/>
              </a:rPr>
              <a:t>¿Ataca el origen, o un paso después del daño?</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2 · PROBLEMA CORRECTO</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Rol de la IA</a:t>
            </a:r>
            <a:endParaRPr lang="en-US" sz="5100" dirty="0"/>
          </a:p>
        </p:txBody>
      </p:sp>
      <p:sp>
        <p:nvSpPr>
          <p:cNvPr id="4" name="Text 2"/>
          <p:cNvSpPr/>
          <p:nvPr/>
        </p:nvSpPr>
        <p:spPr>
          <a:xfrm>
            <a:off x="952500" y="4492943"/>
            <a:ext cx="15206662" cy="158115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Puede generar hipótesis alternativas sobre la causa de un problema y simular qué pasaría con el indicador si cada una fuera cierta. No puede decidir, por su cuenta, cuál de esas hipótesis merece la inversión de tiempo y recursos de la organización para comprobarse.</a:t>
            </a:r>
            <a:endParaRPr lang="en-US" sz="2700" dirty="0"/>
          </a:p>
        </p:txBody>
      </p:sp>
      <p:sp>
        <p:nvSpPr>
          <p:cNvPr id="5" name="Shape 3"/>
          <p:cNvSpPr/>
          <p:nvPr/>
        </p:nvSpPr>
        <p:spPr>
          <a:xfrm>
            <a:off x="952500" y="8081962"/>
            <a:ext cx="16383000" cy="1557338"/>
          </a:xfrm>
          <a:prstGeom prst="rect">
            <a:avLst/>
          </a:prstGeom>
          <a:solidFill>
            <a:srgbClr val="F2F2F3"/>
          </a:solidFill>
          <a:ln w="7620">
            <a:solidFill>
              <a:srgbClr val="1F1F1F">
                <a:alpha val="16000"/>
              </a:srgbClr>
            </a:solidFill>
            <a:prstDash val="solid"/>
          </a:ln>
        </p:spPr>
        <p:txBody>
          <a:bodyPr/>
          <a:lstStyle/>
          <a:p>
            <a:endParaRPr lang="en-US"/>
          </a:p>
        </p:txBody>
      </p:sp>
      <p:sp>
        <p:nvSpPr>
          <p:cNvPr id="6" name="Text 4"/>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"Ninguna empresa ha quebrado por resolver sus problemas con lentitud. Algunas han quebrado por resolver, con extraordinaria velocidad, un problema que nunca era el que las estaba hundiendo."</a:t>
            </a:r>
            <a:endParaRPr lang="en-US" sz="21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36107" y="1002506"/>
            <a:ext cx="270986"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3</a:t>
            </a:r>
            <a:endParaRPr lang="en-US" sz="3600" dirty="0"/>
          </a:p>
        </p:txBody>
      </p:sp>
      <p:sp>
        <p:nvSpPr>
          <p:cNvPr id="4" name="Text 2"/>
          <p:cNvSpPr/>
          <p:nvPr/>
        </p:nvSpPr>
        <p:spPr>
          <a:xfrm>
            <a:off x="1943100" y="800100"/>
            <a:ext cx="172996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3</a:t>
            </a:r>
            <a:endParaRPr lang="en-US" sz="1875" dirty="0"/>
          </a:p>
        </p:txBody>
      </p:sp>
      <p:sp>
        <p:nvSpPr>
          <p:cNvPr id="5" name="Text 3"/>
          <p:cNvSpPr/>
          <p:nvPr/>
        </p:nvSpPr>
        <p:spPr>
          <a:xfrm>
            <a:off x="1943100" y="1188244"/>
            <a:ext cx="1729966"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Sesgos</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¿Qué distorsiona nuestro juicio?</a:t>
            </a:r>
            <a:endParaRPr lang="en-US" sz="3600" dirty="0"/>
          </a:p>
        </p:txBody>
      </p:sp>
      <p:sp>
        <p:nvSpPr>
          <p:cNvPr id="7" name="Shape 5"/>
          <p:cNvSpPr/>
          <p:nvPr/>
        </p:nvSpPr>
        <p:spPr>
          <a:xfrm>
            <a:off x="952500" y="5153501"/>
            <a:ext cx="5295900" cy="1517333"/>
          </a:xfrm>
          <a:prstGeom prst="rect">
            <a:avLst/>
          </a:prstGeom>
          <a:ln w="7620">
            <a:solidFill>
              <a:srgbClr val="1F1F1F">
                <a:alpha val="16000"/>
              </a:srgbClr>
            </a:solidFill>
            <a:prstDash val="solid"/>
          </a:ln>
        </p:spPr>
        <p:txBody>
          <a:bodyPr/>
          <a:lstStyle/>
          <a:p>
            <a:endParaRPr lang="en-US"/>
          </a:p>
        </p:txBody>
      </p:sp>
      <p:sp>
        <p:nvSpPr>
          <p:cNvPr id="8" name="Text 6"/>
          <p:cNvSpPr/>
          <p:nvPr/>
        </p:nvSpPr>
        <p:spPr>
          <a:xfrm>
            <a:off x="1264920" y="5511641"/>
            <a:ext cx="1818894" cy="365760"/>
          </a:xfrm>
          <a:prstGeom prst="rect">
            <a:avLst/>
          </a:prstGeom>
          <a:noFill/>
          <a:ln/>
        </p:spPr>
        <p:txBody>
          <a:bodyPr wrap="square" lIns="25400" tIns="25400" rIns="25400" bIns="25400" rtlCol="0" anchor="t">
            <a:normAutofit fontScale="85000" lnSpcReduction="10000"/>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Confirmación</a:t>
            </a:r>
            <a:endParaRPr lang="en-US" sz="2175" dirty="0"/>
          </a:p>
        </p:txBody>
      </p:sp>
      <p:sp>
        <p:nvSpPr>
          <p:cNvPr id="9" name="Text 7"/>
          <p:cNvSpPr/>
          <p:nvPr/>
        </p:nvSpPr>
        <p:spPr>
          <a:xfrm>
            <a:off x="1264920" y="5989320"/>
            <a:ext cx="513816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Aceptar sin más prueba lo que ya creíamos.</a:t>
            </a:r>
            <a:endParaRPr lang="en-US" sz="1875" dirty="0"/>
          </a:p>
        </p:txBody>
      </p:sp>
      <p:sp>
        <p:nvSpPr>
          <p:cNvPr id="10" name="Shape 8"/>
          <p:cNvSpPr/>
          <p:nvPr/>
        </p:nvSpPr>
        <p:spPr>
          <a:xfrm>
            <a:off x="6496050" y="5153501"/>
            <a:ext cx="5295900" cy="1517333"/>
          </a:xfrm>
          <a:prstGeom prst="rect">
            <a:avLst/>
          </a:prstGeom>
          <a:ln w="7620">
            <a:solidFill>
              <a:srgbClr val="1F1F1F">
                <a:alpha val="16000"/>
              </a:srgbClr>
            </a:solidFill>
            <a:prstDash val="solid"/>
          </a:ln>
        </p:spPr>
        <p:txBody>
          <a:bodyPr/>
          <a:lstStyle/>
          <a:p>
            <a:endParaRPr lang="en-US"/>
          </a:p>
        </p:txBody>
      </p:sp>
      <p:sp>
        <p:nvSpPr>
          <p:cNvPr id="11" name="Text 9"/>
          <p:cNvSpPr/>
          <p:nvPr/>
        </p:nvSpPr>
        <p:spPr>
          <a:xfrm>
            <a:off x="6808470" y="5511641"/>
            <a:ext cx="994410" cy="365760"/>
          </a:xfrm>
          <a:prstGeom prst="rect">
            <a:avLst/>
          </a:prstGeom>
          <a:noFill/>
          <a:ln/>
        </p:spPr>
        <p:txBody>
          <a:bodyPr wrap="square" lIns="25400" tIns="25400" rIns="25400" bIns="25400" rtlCol="0" anchor="t">
            <a:normAutofit fontScale="85000" lnSpcReduction="10000"/>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Anclaje</a:t>
            </a:r>
            <a:endParaRPr lang="en-US" sz="2175" dirty="0"/>
          </a:p>
        </p:txBody>
      </p:sp>
      <p:sp>
        <p:nvSpPr>
          <p:cNvPr id="12" name="Text 10"/>
          <p:cNvSpPr/>
          <p:nvPr/>
        </p:nvSpPr>
        <p:spPr>
          <a:xfrm>
            <a:off x="6808470" y="5989320"/>
            <a:ext cx="513816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La primera cifra condiciona todo lo demás.</a:t>
            </a:r>
            <a:endParaRPr lang="en-US" sz="1875" dirty="0"/>
          </a:p>
        </p:txBody>
      </p:sp>
      <p:sp>
        <p:nvSpPr>
          <p:cNvPr id="13" name="Shape 11"/>
          <p:cNvSpPr/>
          <p:nvPr/>
        </p:nvSpPr>
        <p:spPr>
          <a:xfrm>
            <a:off x="12039600" y="5153501"/>
            <a:ext cx="5295900" cy="1517333"/>
          </a:xfrm>
          <a:prstGeom prst="rect">
            <a:avLst/>
          </a:prstGeom>
          <a:ln w="7620">
            <a:solidFill>
              <a:srgbClr val="1F1F1F">
                <a:alpha val="16000"/>
              </a:srgbClr>
            </a:solidFill>
            <a:prstDash val="solid"/>
          </a:ln>
        </p:spPr>
        <p:txBody>
          <a:bodyPr/>
          <a:lstStyle/>
          <a:p>
            <a:endParaRPr lang="en-US"/>
          </a:p>
        </p:txBody>
      </p:sp>
      <p:sp>
        <p:nvSpPr>
          <p:cNvPr id="14" name="Text 12"/>
          <p:cNvSpPr/>
          <p:nvPr/>
        </p:nvSpPr>
        <p:spPr>
          <a:xfrm>
            <a:off x="12352020" y="5511641"/>
            <a:ext cx="2754404" cy="365760"/>
          </a:xfrm>
          <a:prstGeom prst="rect">
            <a:avLst/>
          </a:prstGeom>
          <a:noFill/>
          <a:ln/>
        </p:spPr>
        <p:txBody>
          <a:bodyPr wrap="square" lIns="25400" tIns="25400" rIns="25400" bIns="25400" rtlCol="0" anchor="t">
            <a:normAutofit fontScale="85000" lnSpcReduction="10000"/>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Exceso de confianza</a:t>
            </a:r>
            <a:endParaRPr lang="en-US" sz="2175" dirty="0"/>
          </a:p>
        </p:txBody>
      </p:sp>
      <p:sp>
        <p:nvSpPr>
          <p:cNvPr id="15" name="Text 13"/>
          <p:cNvSpPr/>
          <p:nvPr/>
        </p:nvSpPr>
        <p:spPr>
          <a:xfrm>
            <a:off x="12352020" y="5989320"/>
            <a:ext cx="513816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A más experiencia, menos escrutinio propio.</a:t>
            </a:r>
            <a:endParaRPr lang="en-US" sz="1875" dirty="0"/>
          </a:p>
        </p:txBody>
      </p:sp>
      <p:sp>
        <p:nvSpPr>
          <p:cNvPr id="16" name="Text 14"/>
          <p:cNvSpPr/>
          <p:nvPr/>
        </p:nvSpPr>
        <p:spPr>
          <a:xfrm>
            <a:off x="952500" y="8783003"/>
            <a:ext cx="15206662"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dirty="0">
                <a:solidFill>
                  <a:srgbClr val="1D1F21">
                    <a:alpha val="55000"/>
                  </a:srgbClr>
                </a:solidFill>
                <a:latin typeface="Barlow" pitchFamily="34" charset="0"/>
                <a:ea typeface="Barlow" pitchFamily="34" charset="-122"/>
                <a:cs typeface="Barlow" pitchFamily="34" charset="-120"/>
              </a:rPr>
              <a:t>Un gerente con 15 años de experiencia culpó a ventas de los retrasos. La sala asintió de inmediato. Los datos mostraban que en más del 60% de los casos, ventas sí había validado la fecha con planeación antes de comprometerla.</a:t>
            </a:r>
            <a:endParaRPr lang="en-US" sz="21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3 · SESGOS</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Rol de la IA</a:t>
            </a:r>
            <a:endParaRPr lang="en-US" sz="5100" dirty="0"/>
          </a:p>
        </p:txBody>
      </p:sp>
      <p:sp>
        <p:nvSpPr>
          <p:cNvPr id="4" name="Text 2"/>
          <p:cNvSpPr/>
          <p:nvPr/>
        </p:nvSpPr>
        <p:spPr>
          <a:xfrm>
            <a:off x="952500" y="4492943"/>
            <a:ext cx="15206662" cy="158115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Sin historia personal ni el desgaste de quince años escuchando la misma queja, puede actuar como cuestionador imparcial: señalar qué evidencia contradice la conclusión que la sala ya está lista para aprobar.</a:t>
            </a:r>
            <a:endParaRPr lang="en-US" sz="2700" dirty="0"/>
          </a:p>
        </p:txBody>
      </p:sp>
      <p:sp>
        <p:nvSpPr>
          <p:cNvPr id="5" name="Shape 3"/>
          <p:cNvSpPr/>
          <p:nvPr/>
        </p:nvSpPr>
        <p:spPr>
          <a:xfrm>
            <a:off x="952500" y="8081962"/>
            <a:ext cx="16383000" cy="1557338"/>
          </a:xfrm>
          <a:prstGeom prst="rect">
            <a:avLst/>
          </a:prstGeom>
          <a:solidFill>
            <a:srgbClr val="F2F2F3"/>
          </a:solidFill>
          <a:ln w="7620">
            <a:solidFill>
              <a:srgbClr val="1F1F1F">
                <a:alpha val="16000"/>
              </a:srgbClr>
            </a:solidFill>
            <a:prstDash val="solid"/>
          </a:ln>
        </p:spPr>
        <p:txBody>
          <a:bodyPr/>
          <a:lstStyle/>
          <a:p>
            <a:endParaRPr lang="en-US"/>
          </a:p>
        </p:txBody>
      </p:sp>
      <p:sp>
        <p:nvSpPr>
          <p:cNvPr id="6" name="Text 4"/>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"El sesgo de confirmación no busca pruebas falsas. Simplemente deja de buscar más pruebas en el momento en que encuentra la primera que le da la razón."</a:t>
            </a:r>
            <a:endParaRPr lang="en-US" sz="21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28487" y="1002506"/>
            <a:ext cx="286107"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4</a:t>
            </a:r>
            <a:endParaRPr lang="en-US" sz="3600" dirty="0"/>
          </a:p>
        </p:txBody>
      </p:sp>
      <p:sp>
        <p:nvSpPr>
          <p:cNvPr id="4" name="Text 2"/>
          <p:cNvSpPr/>
          <p:nvPr/>
        </p:nvSpPr>
        <p:spPr>
          <a:xfrm>
            <a:off x="1943100" y="800100"/>
            <a:ext cx="3453384"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4</a:t>
            </a:r>
            <a:endParaRPr lang="en-US" sz="1875" dirty="0"/>
          </a:p>
        </p:txBody>
      </p:sp>
      <p:sp>
        <p:nvSpPr>
          <p:cNvPr id="5" name="Text 3"/>
          <p:cNvSpPr/>
          <p:nvPr/>
        </p:nvSpPr>
        <p:spPr>
          <a:xfrm>
            <a:off x="1943100" y="1188244"/>
            <a:ext cx="3453384"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Razonamiento</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¿La conclusión se sostiene?</a:t>
            </a:r>
            <a:endParaRPr lang="en-US" sz="3600" dirty="0"/>
          </a:p>
        </p:txBody>
      </p:sp>
      <p:sp>
        <p:nvSpPr>
          <p:cNvPr id="7" name="Shape 5"/>
          <p:cNvSpPr/>
          <p:nvPr/>
        </p:nvSpPr>
        <p:spPr>
          <a:xfrm>
            <a:off x="952500" y="5500926"/>
            <a:ext cx="3139440" cy="841534"/>
          </a:xfrm>
          <a:prstGeom prst="rect">
            <a:avLst/>
          </a:prstGeom>
          <a:ln w="7620">
            <a:solidFill>
              <a:srgbClr val="1F1F1F">
                <a:alpha val="16000"/>
              </a:srgbClr>
            </a:solidFill>
            <a:prstDash val="solid"/>
          </a:ln>
        </p:spPr>
        <p:txBody>
          <a:bodyPr/>
          <a:lstStyle/>
          <a:p>
            <a:endParaRPr lang="en-US"/>
          </a:p>
        </p:txBody>
      </p:sp>
      <p:sp>
        <p:nvSpPr>
          <p:cNvPr id="8" name="Text 6"/>
          <p:cNvSpPr/>
          <p:nvPr/>
        </p:nvSpPr>
        <p:spPr>
          <a:xfrm>
            <a:off x="2046208" y="5775246"/>
            <a:ext cx="952024" cy="320040"/>
          </a:xfrm>
          <a:prstGeom prst="rect">
            <a:avLst/>
          </a:prstGeom>
          <a:noFill/>
          <a:ln/>
        </p:spPr>
        <p:txBody>
          <a:bodyPr wrap="square" lIns="25400" tIns="25400" rIns="25400" bIns="25400" rtlCol="0" anchor="t">
            <a:normAutofit fontScale="85000" lnSpcReduction="20000"/>
          </a:bodyPr>
          <a:lstStyle/>
          <a:p>
            <a:pPr marL="0" indent="0" algn="ctr">
              <a:lnSpc>
                <a:spcPct val="130912"/>
              </a:lnSpc>
              <a:buNone/>
            </a:pPr>
            <a:r>
              <a:rPr lang="en-US" sz="1875" b="1" dirty="0">
                <a:solidFill>
                  <a:srgbClr val="1D1F20"/>
                </a:solidFill>
                <a:latin typeface="Barlow" pitchFamily="34" charset="0"/>
                <a:ea typeface="Barlow" pitchFamily="34" charset="-122"/>
                <a:cs typeface="Barlow" pitchFamily="34" charset="-120"/>
              </a:rPr>
              <a:t>Claridad</a:t>
            </a:r>
            <a:endParaRPr lang="en-US" sz="1875" dirty="0"/>
          </a:p>
        </p:txBody>
      </p:sp>
      <p:sp>
        <p:nvSpPr>
          <p:cNvPr id="9" name="Shape 7"/>
          <p:cNvSpPr/>
          <p:nvPr/>
        </p:nvSpPr>
        <p:spPr>
          <a:xfrm>
            <a:off x="4263390" y="5500926"/>
            <a:ext cx="3139440" cy="841534"/>
          </a:xfrm>
          <a:prstGeom prst="rect">
            <a:avLst/>
          </a:prstGeom>
          <a:ln w="7620">
            <a:solidFill>
              <a:srgbClr val="1F1F1F">
                <a:alpha val="16000"/>
              </a:srgbClr>
            </a:solidFill>
            <a:prstDash val="solid"/>
          </a:ln>
        </p:spPr>
        <p:txBody>
          <a:bodyPr/>
          <a:lstStyle/>
          <a:p>
            <a:endParaRPr lang="en-US"/>
          </a:p>
        </p:txBody>
      </p:sp>
      <p:sp>
        <p:nvSpPr>
          <p:cNvPr id="10" name="Text 8"/>
          <p:cNvSpPr/>
          <p:nvPr/>
        </p:nvSpPr>
        <p:spPr>
          <a:xfrm>
            <a:off x="5299948" y="5775246"/>
            <a:ext cx="1066324" cy="320040"/>
          </a:xfrm>
          <a:prstGeom prst="rect">
            <a:avLst/>
          </a:prstGeom>
          <a:noFill/>
          <a:ln/>
        </p:spPr>
        <p:txBody>
          <a:bodyPr wrap="square" lIns="25400" tIns="25400" rIns="25400" bIns="25400" rtlCol="0" anchor="t">
            <a:normAutofit fontScale="85000" lnSpcReduction="20000"/>
          </a:bodyPr>
          <a:lstStyle/>
          <a:p>
            <a:pPr marL="0" indent="0" algn="ctr">
              <a:lnSpc>
                <a:spcPct val="130912"/>
              </a:lnSpc>
              <a:buNone/>
            </a:pPr>
            <a:r>
              <a:rPr lang="en-US" sz="1875" b="1" dirty="0">
                <a:solidFill>
                  <a:srgbClr val="1D1F20"/>
                </a:solidFill>
                <a:latin typeface="Barlow" pitchFamily="34" charset="0"/>
                <a:ea typeface="Barlow" pitchFamily="34" charset="-122"/>
                <a:cs typeface="Barlow" pitchFamily="34" charset="-120"/>
              </a:rPr>
              <a:t>Precisión</a:t>
            </a:r>
            <a:endParaRPr lang="en-US" sz="1875" dirty="0"/>
          </a:p>
        </p:txBody>
      </p:sp>
      <p:sp>
        <p:nvSpPr>
          <p:cNvPr id="11" name="Shape 9"/>
          <p:cNvSpPr/>
          <p:nvPr/>
        </p:nvSpPr>
        <p:spPr>
          <a:xfrm>
            <a:off x="7574280" y="5500926"/>
            <a:ext cx="3139440" cy="841534"/>
          </a:xfrm>
          <a:prstGeom prst="rect">
            <a:avLst/>
          </a:prstGeom>
          <a:ln w="7620">
            <a:solidFill>
              <a:srgbClr val="1F1F1F">
                <a:alpha val="16000"/>
              </a:srgbClr>
            </a:solidFill>
            <a:prstDash val="solid"/>
          </a:ln>
        </p:spPr>
        <p:txBody>
          <a:bodyPr/>
          <a:lstStyle/>
          <a:p>
            <a:endParaRPr lang="en-US"/>
          </a:p>
        </p:txBody>
      </p:sp>
      <p:sp>
        <p:nvSpPr>
          <p:cNvPr id="12" name="Text 10"/>
          <p:cNvSpPr/>
          <p:nvPr/>
        </p:nvSpPr>
        <p:spPr>
          <a:xfrm>
            <a:off x="8534400" y="5775246"/>
            <a:ext cx="1219200" cy="320040"/>
          </a:xfrm>
          <a:prstGeom prst="rect">
            <a:avLst/>
          </a:prstGeom>
          <a:noFill/>
          <a:ln/>
        </p:spPr>
        <p:txBody>
          <a:bodyPr wrap="square" lIns="25400" tIns="25400" rIns="25400" bIns="25400" rtlCol="0" anchor="t">
            <a:normAutofit fontScale="85000" lnSpcReduction="20000"/>
          </a:bodyPr>
          <a:lstStyle/>
          <a:p>
            <a:pPr marL="0" indent="0" algn="ctr">
              <a:lnSpc>
                <a:spcPct val="130912"/>
              </a:lnSpc>
              <a:buNone/>
            </a:pPr>
            <a:r>
              <a:rPr lang="en-US" sz="1875" b="1" dirty="0">
                <a:solidFill>
                  <a:srgbClr val="1D1F20"/>
                </a:solidFill>
                <a:latin typeface="Barlow" pitchFamily="34" charset="0"/>
                <a:ea typeface="Barlow" pitchFamily="34" charset="-122"/>
                <a:cs typeface="Barlow" pitchFamily="34" charset="-120"/>
              </a:rPr>
              <a:t>Relevancia</a:t>
            </a:r>
            <a:endParaRPr lang="en-US" sz="1875" dirty="0"/>
          </a:p>
        </p:txBody>
      </p:sp>
      <p:sp>
        <p:nvSpPr>
          <p:cNvPr id="13" name="Shape 11"/>
          <p:cNvSpPr/>
          <p:nvPr/>
        </p:nvSpPr>
        <p:spPr>
          <a:xfrm>
            <a:off x="10885170" y="5500926"/>
            <a:ext cx="3139440" cy="841534"/>
          </a:xfrm>
          <a:prstGeom prst="rect">
            <a:avLst/>
          </a:prstGeom>
          <a:ln w="7620">
            <a:solidFill>
              <a:srgbClr val="1F1F1F">
                <a:alpha val="16000"/>
              </a:srgbClr>
            </a:solidFill>
            <a:prstDash val="solid"/>
          </a:ln>
        </p:spPr>
        <p:txBody>
          <a:bodyPr/>
          <a:lstStyle/>
          <a:p>
            <a:endParaRPr lang="en-US"/>
          </a:p>
        </p:txBody>
      </p:sp>
      <p:sp>
        <p:nvSpPr>
          <p:cNvPr id="14" name="Text 12"/>
          <p:cNvSpPr/>
          <p:nvPr/>
        </p:nvSpPr>
        <p:spPr>
          <a:xfrm>
            <a:off x="11738885" y="5775246"/>
            <a:ext cx="1432012" cy="320040"/>
          </a:xfrm>
          <a:prstGeom prst="rect">
            <a:avLst/>
          </a:prstGeom>
          <a:noFill/>
          <a:ln/>
        </p:spPr>
        <p:txBody>
          <a:bodyPr wrap="square" lIns="25400" tIns="25400" rIns="25400" bIns="25400" rtlCol="0" anchor="t">
            <a:normAutofit fontScale="85000" lnSpcReduction="20000"/>
          </a:bodyPr>
          <a:lstStyle/>
          <a:p>
            <a:pPr marL="0" indent="0" algn="ctr">
              <a:lnSpc>
                <a:spcPct val="130912"/>
              </a:lnSpc>
              <a:buNone/>
            </a:pPr>
            <a:r>
              <a:rPr lang="en-US" sz="1875" b="1" dirty="0">
                <a:solidFill>
                  <a:srgbClr val="1D1F20"/>
                </a:solidFill>
                <a:latin typeface="Barlow" pitchFamily="34" charset="0"/>
                <a:ea typeface="Barlow" pitchFamily="34" charset="-122"/>
                <a:cs typeface="Barlow" pitchFamily="34" charset="-120"/>
              </a:rPr>
              <a:t>Profundidad</a:t>
            </a:r>
            <a:endParaRPr lang="en-US" sz="1875" dirty="0"/>
          </a:p>
        </p:txBody>
      </p:sp>
      <p:sp>
        <p:nvSpPr>
          <p:cNvPr id="15" name="Shape 13"/>
          <p:cNvSpPr/>
          <p:nvPr/>
        </p:nvSpPr>
        <p:spPr>
          <a:xfrm>
            <a:off x="14196060" y="5500926"/>
            <a:ext cx="3139440" cy="841534"/>
          </a:xfrm>
          <a:prstGeom prst="rect">
            <a:avLst/>
          </a:prstGeom>
          <a:ln w="7620">
            <a:solidFill>
              <a:srgbClr val="1F1F1F">
                <a:alpha val="16000"/>
              </a:srgbClr>
            </a:solidFill>
            <a:prstDash val="solid"/>
          </a:ln>
        </p:spPr>
        <p:txBody>
          <a:bodyPr/>
          <a:lstStyle/>
          <a:p>
            <a:endParaRPr lang="en-US"/>
          </a:p>
        </p:txBody>
      </p:sp>
      <p:sp>
        <p:nvSpPr>
          <p:cNvPr id="16" name="Text 14"/>
          <p:cNvSpPr/>
          <p:nvPr/>
        </p:nvSpPr>
        <p:spPr>
          <a:xfrm>
            <a:off x="15370850" y="5775246"/>
            <a:ext cx="789861" cy="320040"/>
          </a:xfrm>
          <a:prstGeom prst="rect">
            <a:avLst/>
          </a:prstGeom>
          <a:noFill/>
          <a:ln/>
        </p:spPr>
        <p:txBody>
          <a:bodyPr wrap="square" lIns="25400" tIns="25400" rIns="25400" bIns="25400" rtlCol="0" anchor="t">
            <a:normAutofit fontScale="85000" lnSpcReduction="20000"/>
          </a:bodyPr>
          <a:lstStyle/>
          <a:p>
            <a:pPr marL="0" indent="0" algn="ctr">
              <a:lnSpc>
                <a:spcPct val="130912"/>
              </a:lnSpc>
              <a:buNone/>
            </a:pPr>
            <a:r>
              <a:rPr lang="en-US" sz="1875" b="1" dirty="0">
                <a:solidFill>
                  <a:srgbClr val="1D1F20"/>
                </a:solidFill>
                <a:latin typeface="Barlow" pitchFamily="34" charset="0"/>
                <a:ea typeface="Barlow" pitchFamily="34" charset="-122"/>
                <a:cs typeface="Barlow" pitchFamily="34" charset="-120"/>
              </a:rPr>
              <a:t>Lógica</a:t>
            </a:r>
            <a:endParaRPr lang="en-US" sz="1875" dirty="0"/>
          </a:p>
        </p:txBody>
      </p:sp>
      <p:sp>
        <p:nvSpPr>
          <p:cNvPr id="17" name="Text 15"/>
          <p:cNvSpPr/>
          <p:nvPr/>
        </p:nvSpPr>
        <p:spPr>
          <a:xfrm>
            <a:off x="952500" y="8783003"/>
            <a:ext cx="15206662"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dirty="0">
                <a:solidFill>
                  <a:srgbClr val="1D1F21">
                    <a:alpha val="55000"/>
                  </a:srgbClr>
                </a:solidFill>
                <a:latin typeface="Barlow" pitchFamily="34" charset="0"/>
                <a:ea typeface="Barlow" pitchFamily="34" charset="-122"/>
                <a:cs typeface="Barlow" pitchFamily="34" charset="-120"/>
              </a:rPr>
              <a:t>"La productividad está baja" se convirtió, al exigir cifras, en: caída del 18% en tres semanas, concentrada en los turnos con más cambios de formato, con un costo estimado en miles de pesos semanales.</a:t>
            </a:r>
            <a:endParaRPr lang="en-US" sz="21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4 · RAZONAMIENTO</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Rol de la IA</a:t>
            </a:r>
            <a:endParaRPr lang="en-US" sz="5100" dirty="0"/>
          </a:p>
        </p:txBody>
      </p:sp>
      <p:sp>
        <p:nvSpPr>
          <p:cNvPr id="4" name="Text 2"/>
          <p:cNvSpPr/>
          <p:nvPr/>
        </p:nvSpPr>
        <p:spPr>
          <a:xfrm>
            <a:off x="952500" y="4750118"/>
            <a:ext cx="15206662" cy="10668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Puede examinar una afirmación o propuesta y señalar, con consistencia, en qué estándar es débil: si carece de cifras, si la conclusión no se sigue de la evidencia, si confunde correlación con causa.</a:t>
            </a:r>
            <a:endParaRPr lang="en-US" sz="2700" dirty="0"/>
          </a:p>
        </p:txBody>
      </p:sp>
      <p:sp>
        <p:nvSpPr>
          <p:cNvPr id="5" name="Shape 3"/>
          <p:cNvSpPr/>
          <p:nvPr/>
        </p:nvSpPr>
        <p:spPr>
          <a:xfrm>
            <a:off x="952500" y="8081962"/>
            <a:ext cx="16383000" cy="1557338"/>
          </a:xfrm>
          <a:prstGeom prst="rect">
            <a:avLst/>
          </a:prstGeom>
          <a:solidFill>
            <a:srgbClr val="F2F2F3"/>
          </a:solidFill>
          <a:ln w="7620">
            <a:solidFill>
              <a:srgbClr val="1F1F1F">
                <a:alpha val="16000"/>
              </a:srgbClr>
            </a:solidFill>
            <a:prstDash val="solid"/>
          </a:ln>
        </p:spPr>
        <p:txBody>
          <a:bodyPr/>
          <a:lstStyle/>
          <a:p>
            <a:endParaRPr lang="en-US"/>
          </a:p>
        </p:txBody>
      </p:sp>
      <p:sp>
        <p:nvSpPr>
          <p:cNvPr id="6" name="Text 4"/>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"La claridad de una frase dentro de la mente de quien la pronuncia no garantiza nada sobre su utilidad para quien tiene que decidir con base en ella."</a:t>
            </a:r>
            <a:endParaRPr lang="en-US" sz="21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35631" y="1002506"/>
            <a:ext cx="271939"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5</a:t>
            </a:r>
            <a:endParaRPr lang="en-US" sz="3600" dirty="0"/>
          </a:p>
        </p:txBody>
      </p:sp>
      <p:sp>
        <p:nvSpPr>
          <p:cNvPr id="4" name="Text 2"/>
          <p:cNvSpPr/>
          <p:nvPr/>
        </p:nvSpPr>
        <p:spPr>
          <a:xfrm>
            <a:off x="1943100" y="800100"/>
            <a:ext cx="2922568"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5</a:t>
            </a:r>
            <a:endParaRPr lang="en-US" sz="1875" dirty="0"/>
          </a:p>
        </p:txBody>
      </p:sp>
      <p:sp>
        <p:nvSpPr>
          <p:cNvPr id="5" name="Text 3"/>
          <p:cNvSpPr/>
          <p:nvPr/>
        </p:nvSpPr>
        <p:spPr>
          <a:xfrm>
            <a:off x="1943100" y="1188244"/>
            <a:ext cx="2922568"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Alternativas</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¿Qué opciones no estamos viendo?</a:t>
            </a:r>
            <a:endParaRPr lang="en-US" sz="3600" dirty="0"/>
          </a:p>
        </p:txBody>
      </p:sp>
      <p:sp>
        <p:nvSpPr>
          <p:cNvPr id="7" name="Text 5"/>
          <p:cNvSpPr/>
          <p:nvPr/>
        </p:nvSpPr>
        <p:spPr>
          <a:xfrm>
            <a:off x="952500" y="4940141"/>
            <a:ext cx="8957215" cy="31242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La propuesta de pagar horas extra estaba a punto de aprobarse cuando alguien preguntó: "¿qué otra opción consideramos antes de esta?" Silencio total. Una semana después, el equipo encontró algo mejor: reagrupar el calendario de producción por familia de producto — más barato, y atacaba la causa en vez de solo comprar tiempo.</a:t>
            </a:r>
            <a:endParaRPr lang="en-US" sz="2700" dirty="0"/>
          </a:p>
        </p:txBody>
      </p:sp>
      <p:sp>
        <p:nvSpPr>
          <p:cNvPr id="8" name="Shape 6"/>
          <p:cNvSpPr/>
          <p:nvPr/>
        </p:nvSpPr>
        <p:spPr>
          <a:xfrm>
            <a:off x="10220325" y="5628323"/>
            <a:ext cx="7115175" cy="1709738"/>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10647045" y="6055043"/>
            <a:ext cx="644958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"Una sola opción no es una decisión. Es una reacción a la que todavía no se le ha buscado competencia."</a:t>
            </a:r>
            <a:endParaRPr lang="en-US" sz="21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5 · ALTERNATIVAS</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Rol de la IA</a:t>
            </a:r>
            <a:endParaRPr lang="en-US" sz="5100" dirty="0"/>
          </a:p>
        </p:txBody>
      </p:sp>
      <p:sp>
        <p:nvSpPr>
          <p:cNvPr id="4" name="Text 2"/>
          <p:cNvSpPr/>
          <p:nvPr/>
        </p:nvSpPr>
        <p:spPr>
          <a:xfrm>
            <a:off x="952500" y="4707017"/>
            <a:ext cx="15206662" cy="158115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Puede proponer diez opciones razonables en el tiempo que a un equipo le tomaría proponer dos. Evaluar cuáles son viables dentro de las restricciones reales de la operación — las que el sistema no conoce por completo — sigue siendo responsabilidad exclusivamente humana.</a:t>
            </a:r>
            <a:endParaRPr lang="en-US" sz="2700" dirty="0"/>
          </a:p>
        </p:txBody>
      </p:sp>
      <p:sp>
        <p:nvSpPr>
          <p:cNvPr id="5" name="Shape 3"/>
          <p:cNvSpPr/>
          <p:nvPr/>
        </p:nvSpPr>
        <p:spPr>
          <a:xfrm>
            <a:off x="952500" y="8510111"/>
            <a:ext cx="16383000" cy="1129189"/>
          </a:xfrm>
          <a:prstGeom prst="rect">
            <a:avLst/>
          </a:prstGeom>
          <a:solidFill>
            <a:srgbClr val="F2F2F3"/>
          </a:solidFill>
          <a:ln w="7620">
            <a:solidFill>
              <a:srgbClr val="1F1F1F">
                <a:alpha val="16000"/>
              </a:srgbClr>
            </a:solidFill>
            <a:prstDash val="solid"/>
          </a:ln>
        </p:spPr>
        <p:txBody>
          <a:bodyPr/>
          <a:lstStyle/>
          <a:p>
            <a:endParaRPr lang="en-US"/>
          </a:p>
        </p:txBody>
      </p:sp>
      <p:sp>
        <p:nvSpPr>
          <p:cNvPr id="6" name="Text 4"/>
          <p:cNvSpPr/>
          <p:nvPr/>
        </p:nvSpPr>
        <p:spPr>
          <a:xfrm>
            <a:off x="1379220" y="8860631"/>
            <a:ext cx="1708251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Generar alternativas no es lo mismo que elegir entre ellas.</a:t>
            </a:r>
            <a:endParaRPr lang="en-US" sz="21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35392" y="1002506"/>
            <a:ext cx="272415"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6</a:t>
            </a:r>
            <a:endParaRPr lang="en-US" sz="3600" dirty="0"/>
          </a:p>
        </p:txBody>
      </p:sp>
      <p:sp>
        <p:nvSpPr>
          <p:cNvPr id="4" name="Text 2"/>
          <p:cNvSpPr/>
          <p:nvPr/>
        </p:nvSpPr>
        <p:spPr>
          <a:xfrm>
            <a:off x="1943100" y="800100"/>
            <a:ext cx="1958638"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6</a:t>
            </a:r>
            <a:endParaRPr lang="en-US" sz="1875" dirty="0"/>
          </a:p>
        </p:txBody>
      </p:sp>
      <p:sp>
        <p:nvSpPr>
          <p:cNvPr id="5" name="Text 3"/>
          <p:cNvSpPr/>
          <p:nvPr/>
        </p:nvSpPr>
        <p:spPr>
          <a:xfrm>
            <a:off x="1943100" y="1188244"/>
            <a:ext cx="1958638"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Sistema</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¿Cómo se conecta todo?</a:t>
            </a:r>
            <a:endParaRPr lang="en-US" sz="3600" dirty="0"/>
          </a:p>
        </p:txBody>
      </p:sp>
      <p:sp>
        <p:nvSpPr>
          <p:cNvPr id="7" name="Text 5"/>
          <p:cNvSpPr/>
          <p:nvPr/>
        </p:nvSpPr>
        <p:spPr>
          <a:xfrm>
            <a:off x="952500" y="3911441"/>
            <a:ext cx="5873573" cy="51816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Reagrupar la producción por familia funcionó: la productividad de empaque se recuperó. Dos semanas después, tres clientes medianos esperaban cinco días en lugar de dos — sus pedidos pequeños quedaban relegados hasta acumular volumen suficiente. Una conexión del sistema mejoró; otra, invisible desde producción, se rompió.</a:t>
            </a:r>
            <a:endParaRPr lang="en-US" sz="2700" dirty="0"/>
          </a:p>
        </p:txBody>
      </p:sp>
      <p:sp>
        <p:nvSpPr>
          <p:cNvPr id="8" name="Shape 6"/>
          <p:cNvSpPr/>
          <p:nvPr/>
        </p:nvSpPr>
        <p:spPr>
          <a:xfrm>
            <a:off x="7131248" y="4596289"/>
            <a:ext cx="5031700" cy="3773686"/>
          </a:xfrm>
          <a:prstGeom prst="rect">
            <a:avLst/>
          </a:prstGeom>
          <a:ln w="7620">
            <a:solidFill>
              <a:srgbClr val="1F1F1F">
                <a:alpha val="16000"/>
              </a:srgbClr>
            </a:solidFill>
            <a:prstDash val="solid"/>
          </a:ln>
        </p:spPr>
        <p:txBody>
          <a:bodyPr/>
          <a:lstStyle/>
          <a:p>
            <a:endParaRPr lang="en-US"/>
          </a:p>
        </p:txBody>
      </p:sp>
      <p:sp>
        <p:nvSpPr>
          <p:cNvPr id="9" name="Shape 7"/>
          <p:cNvSpPr/>
          <p:nvPr/>
        </p:nvSpPr>
        <p:spPr>
          <a:xfrm>
            <a:off x="12639199" y="4986100"/>
            <a:ext cx="4696301" cy="2994184"/>
          </a:xfrm>
          <a:prstGeom prst="rect">
            <a:avLst/>
          </a:prstGeom>
          <a:ln w="7620">
            <a:solidFill>
              <a:srgbClr val="1F1F1F">
                <a:alpha val="16000"/>
              </a:srgbClr>
            </a:solidFill>
            <a:prstDash val="solid"/>
          </a:ln>
        </p:spPr>
        <p:txBody>
          <a:bodyPr/>
          <a:lstStyle/>
          <a:p>
            <a:endParaRPr lang="en-US"/>
          </a:p>
        </p:txBody>
      </p:sp>
      <p:sp>
        <p:nvSpPr>
          <p:cNvPr id="10" name="Text 8"/>
          <p:cNvSpPr/>
          <p:nvPr/>
        </p:nvSpPr>
        <p:spPr>
          <a:xfrm>
            <a:off x="13065919" y="5412820"/>
            <a:ext cx="3958147" cy="2178844"/>
          </a:xfrm>
          <a:prstGeom prst="rect">
            <a:avLst/>
          </a:prstGeom>
          <a:noFill/>
          <a:ln/>
        </p:spPr>
        <p:txBody>
          <a:bodyPr wrap="square" lIns="25400" tIns="25400" rIns="25400" bIns="25400" rtlCol="0" anchor="t">
            <a:normAutofit lnSpcReduction="10000"/>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"Una solución que resuelve el problema de un área y crea uno nuevo en otra es una reubicación del problema, disfrazada de progreso."</a:t>
            </a:r>
            <a:endParaRPr lang="en-US" sz="21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6 · SISTEMA</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Rol de la IA</a:t>
            </a:r>
            <a:endParaRPr lang="en-US" sz="5100" dirty="0"/>
          </a:p>
        </p:txBody>
      </p:sp>
      <p:sp>
        <p:nvSpPr>
          <p:cNvPr id="4" name="Text 2"/>
          <p:cNvSpPr/>
          <p:nvPr/>
        </p:nvSpPr>
        <p:spPr>
          <a:xfrm>
            <a:off x="952500" y="4492943"/>
            <a:ext cx="15206662" cy="158115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Puede mapear interdependencias — qué áreas comparten qué recursos, qué procesos alimentan a cuáles — más rápido de lo que cualquier equipo humano revisaría manualmente. Las relaciones informales, las que ningún sistema registra, pueden quedar fuera de ese mapa.</a:t>
            </a:r>
            <a:endParaRPr lang="en-US" sz="2700" dirty="0"/>
          </a:p>
        </p:txBody>
      </p:sp>
      <p:sp>
        <p:nvSpPr>
          <p:cNvPr id="5" name="Shape 3"/>
          <p:cNvSpPr/>
          <p:nvPr/>
        </p:nvSpPr>
        <p:spPr>
          <a:xfrm>
            <a:off x="952500" y="8081962"/>
            <a:ext cx="16383000" cy="1557338"/>
          </a:xfrm>
          <a:prstGeom prst="rect">
            <a:avLst/>
          </a:prstGeom>
          <a:solidFill>
            <a:srgbClr val="F2F2F3"/>
          </a:solidFill>
          <a:ln w="7620">
            <a:solidFill>
              <a:srgbClr val="1F1F1F">
                <a:alpha val="16000"/>
              </a:srgbClr>
            </a:solidFill>
            <a:prstDash val="solid"/>
          </a:ln>
        </p:spPr>
        <p:txBody>
          <a:bodyPr/>
          <a:lstStyle/>
          <a:p>
            <a:endParaRPr lang="en-US"/>
          </a:p>
        </p:txBody>
      </p:sp>
      <p:sp>
        <p:nvSpPr>
          <p:cNvPr id="6" name="Text 4"/>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El pensamiento sistémico no termina cuando la IA entrega su mapa. Termina cuando alguien con conocimiento directo pregunta qué conexión real todavía no aparece en él.</a:t>
            </a:r>
            <a:endParaRPr lang="en-US" sz="21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43846" y="1002506"/>
            <a:ext cx="255508"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7</a:t>
            </a:r>
            <a:endParaRPr lang="en-US" sz="3600" dirty="0"/>
          </a:p>
        </p:txBody>
      </p:sp>
      <p:sp>
        <p:nvSpPr>
          <p:cNvPr id="4" name="Text 2"/>
          <p:cNvSpPr/>
          <p:nvPr/>
        </p:nvSpPr>
        <p:spPr>
          <a:xfrm>
            <a:off x="1943100" y="800100"/>
            <a:ext cx="344552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7</a:t>
            </a:r>
            <a:endParaRPr lang="en-US" sz="1875" dirty="0"/>
          </a:p>
        </p:txBody>
      </p:sp>
      <p:sp>
        <p:nvSpPr>
          <p:cNvPr id="5" name="Text 3"/>
          <p:cNvSpPr/>
          <p:nvPr/>
        </p:nvSpPr>
        <p:spPr>
          <a:xfrm>
            <a:off x="1943100" y="1188244"/>
            <a:ext cx="3445526"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Incertidumbre</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¿Qué puede salir mal?</a:t>
            </a:r>
            <a:endParaRPr lang="en-US" sz="3600" dirty="0"/>
          </a:p>
        </p:txBody>
      </p:sp>
      <p:sp>
        <p:nvSpPr>
          <p:cNvPr id="7" name="Shape 5"/>
          <p:cNvSpPr/>
          <p:nvPr/>
        </p:nvSpPr>
        <p:spPr>
          <a:xfrm>
            <a:off x="952500" y="5153501"/>
            <a:ext cx="5295900" cy="1517333"/>
          </a:xfrm>
          <a:prstGeom prst="rect">
            <a:avLst/>
          </a:prstGeom>
          <a:ln w="7620">
            <a:solidFill>
              <a:srgbClr val="1F1F1F">
                <a:alpha val="16000"/>
              </a:srgbClr>
            </a:solidFill>
            <a:prstDash val="solid"/>
          </a:ln>
        </p:spPr>
        <p:txBody>
          <a:bodyPr/>
          <a:lstStyle/>
          <a:p>
            <a:endParaRPr lang="en-US"/>
          </a:p>
        </p:txBody>
      </p:sp>
      <p:sp>
        <p:nvSpPr>
          <p:cNvPr id="8" name="Text 6"/>
          <p:cNvSpPr/>
          <p:nvPr/>
        </p:nvSpPr>
        <p:spPr>
          <a:xfrm>
            <a:off x="1264920" y="5511641"/>
            <a:ext cx="764381" cy="365760"/>
          </a:xfrm>
          <a:prstGeom prst="rect">
            <a:avLst/>
          </a:prstGeom>
          <a:noFill/>
          <a:ln/>
        </p:spPr>
        <p:txBody>
          <a:bodyPr wrap="square" lIns="25400" tIns="25400" rIns="25400" bIns="25400" rtlCol="0" anchor="t">
            <a:normAutofit fontScale="85000" lnSpcReduction="10000"/>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Frágil</a:t>
            </a:r>
            <a:endParaRPr lang="en-US" sz="2175" dirty="0"/>
          </a:p>
        </p:txBody>
      </p:sp>
      <p:sp>
        <p:nvSpPr>
          <p:cNvPr id="9" name="Text 7"/>
          <p:cNvSpPr/>
          <p:nvPr/>
        </p:nvSpPr>
        <p:spPr>
          <a:xfrm>
            <a:off x="1264920" y="5989320"/>
            <a:ext cx="513816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Depende de un único elemento sin respaldo.</a:t>
            </a:r>
            <a:endParaRPr lang="en-US" sz="1875" dirty="0"/>
          </a:p>
        </p:txBody>
      </p:sp>
      <p:sp>
        <p:nvSpPr>
          <p:cNvPr id="10" name="Shape 8"/>
          <p:cNvSpPr/>
          <p:nvPr/>
        </p:nvSpPr>
        <p:spPr>
          <a:xfrm>
            <a:off x="6496050" y="5153501"/>
            <a:ext cx="5295900" cy="1517333"/>
          </a:xfrm>
          <a:prstGeom prst="rect">
            <a:avLst/>
          </a:prstGeom>
          <a:ln w="7620">
            <a:solidFill>
              <a:srgbClr val="1F1F1F">
                <a:alpha val="16000"/>
              </a:srgbClr>
            </a:solidFill>
            <a:prstDash val="solid"/>
          </a:ln>
        </p:spPr>
        <p:txBody>
          <a:bodyPr/>
          <a:lstStyle/>
          <a:p>
            <a:endParaRPr lang="en-US"/>
          </a:p>
        </p:txBody>
      </p:sp>
      <p:sp>
        <p:nvSpPr>
          <p:cNvPr id="11" name="Text 9"/>
          <p:cNvSpPr/>
          <p:nvPr/>
        </p:nvSpPr>
        <p:spPr>
          <a:xfrm>
            <a:off x="6808470" y="5511641"/>
            <a:ext cx="1099899" cy="365760"/>
          </a:xfrm>
          <a:prstGeom prst="rect">
            <a:avLst/>
          </a:prstGeom>
          <a:noFill/>
          <a:ln/>
        </p:spPr>
        <p:txBody>
          <a:bodyPr wrap="square" lIns="25400" tIns="25400" rIns="25400" bIns="25400" rtlCol="0" anchor="t">
            <a:normAutofit fontScale="85000" lnSpcReduction="10000"/>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Robusto</a:t>
            </a:r>
            <a:endParaRPr lang="en-US" sz="2175" dirty="0"/>
          </a:p>
        </p:txBody>
      </p:sp>
      <p:sp>
        <p:nvSpPr>
          <p:cNvPr id="12" name="Text 10"/>
          <p:cNvSpPr/>
          <p:nvPr/>
        </p:nvSpPr>
        <p:spPr>
          <a:xfrm>
            <a:off x="6808470" y="5989320"/>
            <a:ext cx="513816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Absorbe una falla puntual sin colapsar.</a:t>
            </a:r>
            <a:endParaRPr lang="en-US" sz="1875" dirty="0"/>
          </a:p>
        </p:txBody>
      </p:sp>
      <p:sp>
        <p:nvSpPr>
          <p:cNvPr id="13" name="Shape 11"/>
          <p:cNvSpPr/>
          <p:nvPr/>
        </p:nvSpPr>
        <p:spPr>
          <a:xfrm>
            <a:off x="12039600" y="5153501"/>
            <a:ext cx="5295900" cy="1517333"/>
          </a:xfrm>
          <a:prstGeom prst="rect">
            <a:avLst/>
          </a:prstGeom>
          <a:ln w="7620">
            <a:solidFill>
              <a:srgbClr val="1F1F1F">
                <a:alpha val="16000"/>
              </a:srgbClr>
            </a:solidFill>
            <a:prstDash val="solid"/>
          </a:ln>
        </p:spPr>
        <p:txBody>
          <a:bodyPr/>
          <a:lstStyle/>
          <a:p>
            <a:endParaRPr lang="en-US"/>
          </a:p>
        </p:txBody>
      </p:sp>
      <p:sp>
        <p:nvSpPr>
          <p:cNvPr id="14" name="Text 12"/>
          <p:cNvSpPr/>
          <p:nvPr/>
        </p:nvSpPr>
        <p:spPr>
          <a:xfrm>
            <a:off x="12352020" y="5511641"/>
            <a:ext cx="1236345" cy="365760"/>
          </a:xfrm>
          <a:prstGeom prst="rect">
            <a:avLst/>
          </a:prstGeom>
          <a:noFill/>
          <a:ln/>
        </p:spPr>
        <p:txBody>
          <a:bodyPr wrap="square" lIns="25400" tIns="25400" rIns="25400" bIns="25400" rtlCol="0" anchor="t">
            <a:normAutofit fontScale="85000" lnSpcReduction="10000"/>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Antifrágil</a:t>
            </a:r>
            <a:endParaRPr lang="en-US" sz="2175" dirty="0"/>
          </a:p>
        </p:txBody>
      </p:sp>
      <p:sp>
        <p:nvSpPr>
          <p:cNvPr id="15" name="Text 13"/>
          <p:cNvSpPr/>
          <p:nvPr/>
        </p:nvSpPr>
        <p:spPr>
          <a:xfrm>
            <a:off x="12352020" y="5989320"/>
            <a:ext cx="513816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Se fortalece con cada falla pequeña.</a:t>
            </a:r>
            <a:endParaRPr lang="en-US" sz="1875" dirty="0"/>
          </a:p>
        </p:txBody>
      </p:sp>
      <p:sp>
        <p:nvSpPr>
          <p:cNvPr id="16" name="Text 14"/>
          <p:cNvSpPr/>
          <p:nvPr/>
        </p:nvSpPr>
        <p:spPr>
          <a:xfrm>
            <a:off x="952500" y="8783003"/>
            <a:ext cx="15206662"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dirty="0">
                <a:solidFill>
                  <a:srgbClr val="1D1F21">
                    <a:alpha val="55000"/>
                  </a:srgbClr>
                </a:solidFill>
                <a:latin typeface="Barlow" pitchFamily="34" charset="0"/>
                <a:ea typeface="Barlow" pitchFamily="34" charset="-122"/>
                <a:cs typeface="Barlow" pitchFamily="34" charset="-120"/>
              </a:rPr>
              <a:t>El nuevo esquema de producción dependía por completo de un único proveedor certificado de empaque. Nadie lo había preguntado — hasta el pre-mortem: "imaginemos que el plan ya falló hace seis meses. ¿Por qué?"</a:t>
            </a:r>
            <a:endParaRPr lang="en-US" sz="21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7 · INCERTIDUMBRE</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Rol de la IA</a:t>
            </a:r>
            <a:endParaRPr lang="en-US" sz="5100" dirty="0"/>
          </a:p>
        </p:txBody>
      </p:sp>
      <p:sp>
        <p:nvSpPr>
          <p:cNvPr id="4" name="Text 2"/>
          <p:cNvSpPr/>
          <p:nvPr/>
        </p:nvSpPr>
        <p:spPr>
          <a:xfrm>
            <a:off x="952500" y="4492943"/>
            <a:ext cx="15206662" cy="158115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Puede simular decenas de escenarios de fracaso en minutos — qué pasaría si el proveedor único fallara una semana, o durante la temporada alta. Decidir qué escenarios son suficientemente probables o costosos para justificar protegerse contra ellos sigue siendo humano.</a:t>
            </a:r>
            <a:endParaRPr lang="en-US" sz="2700" dirty="0"/>
          </a:p>
        </p:txBody>
      </p:sp>
      <p:sp>
        <p:nvSpPr>
          <p:cNvPr id="5" name="Shape 3"/>
          <p:cNvSpPr/>
          <p:nvPr/>
        </p:nvSpPr>
        <p:spPr>
          <a:xfrm>
            <a:off x="952500" y="8081962"/>
            <a:ext cx="16383000" cy="1557338"/>
          </a:xfrm>
          <a:prstGeom prst="rect">
            <a:avLst/>
          </a:prstGeom>
          <a:solidFill>
            <a:srgbClr val="F2F2F3"/>
          </a:solidFill>
          <a:ln w="7620">
            <a:solidFill>
              <a:srgbClr val="1F1F1F">
                <a:alpha val="16000"/>
              </a:srgbClr>
            </a:solidFill>
            <a:prstDash val="solid"/>
          </a:ln>
        </p:spPr>
        <p:txBody>
          <a:bodyPr/>
          <a:lstStyle/>
          <a:p>
            <a:endParaRPr lang="en-US"/>
          </a:p>
        </p:txBody>
      </p:sp>
      <p:sp>
        <p:nvSpPr>
          <p:cNvPr id="6" name="Text 4"/>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"La mayoría de los riesgos que hunden un plan no eran imposibles de prever. Eran, simplemente, incómodos de preguntar antes de que el plan ya estuviera aprobado."</a:t>
            </a:r>
            <a:endParaRPr lang="en-US" sz="21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solidFill>
            <a:srgbClr val="EEF6FF"/>
          </a:solidFill>
          <a:ln w="7620">
            <a:solidFill>
              <a:srgbClr val="5980A6"/>
            </a:solidFill>
            <a:prstDash val="solid"/>
          </a:ln>
        </p:spPr>
        <p:txBody>
          <a:bodyPr/>
          <a:lstStyle/>
          <a:p>
            <a:endParaRPr lang="en-US"/>
          </a:p>
        </p:txBody>
      </p:sp>
      <p:sp>
        <p:nvSpPr>
          <p:cNvPr id="3" name="Text 1"/>
          <p:cNvSpPr/>
          <p:nvPr/>
        </p:nvSpPr>
        <p:spPr>
          <a:xfrm>
            <a:off x="1234202" y="1002506"/>
            <a:ext cx="274677"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8</a:t>
            </a:r>
            <a:endParaRPr lang="en-US" sz="3600" dirty="0"/>
          </a:p>
        </p:txBody>
      </p:sp>
      <p:sp>
        <p:nvSpPr>
          <p:cNvPr id="4" name="Text 2"/>
          <p:cNvSpPr/>
          <p:nvPr/>
        </p:nvSpPr>
        <p:spPr>
          <a:xfrm>
            <a:off x="1943100" y="800100"/>
            <a:ext cx="163449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8</a:t>
            </a:r>
            <a:endParaRPr lang="en-US" sz="1875" dirty="0"/>
          </a:p>
        </p:txBody>
      </p:sp>
      <p:sp>
        <p:nvSpPr>
          <p:cNvPr id="5" name="Text 3"/>
          <p:cNvSpPr/>
          <p:nvPr/>
        </p:nvSpPr>
        <p:spPr>
          <a:xfrm>
            <a:off x="1943100" y="1188244"/>
            <a:ext cx="163449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Acción</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¿Qué haremos y cómo aprenderemos?</a:t>
            </a:r>
            <a:endParaRPr lang="en-US" sz="3600" dirty="0"/>
          </a:p>
        </p:txBody>
      </p:sp>
      <p:sp>
        <p:nvSpPr>
          <p:cNvPr id="7" name="Text 5"/>
          <p:cNvSpPr/>
          <p:nvPr/>
        </p:nvSpPr>
        <p:spPr>
          <a:xfrm>
            <a:off x="952500" y="4940141"/>
            <a:ext cx="8957215" cy="31242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El plan, después de siete pilares bien recorridos, era excelente en el papel — y todavía vago en su ejecución. Nadie tenía asignado verificar al segundo proveedor, ni reportar el tiempo de respuesta a clientes pequeños. El director cerró con tres asignaciones: un responsable, una fecha, y una revisión trimestral de qué se había aprendido.</a:t>
            </a:r>
            <a:endParaRPr lang="en-US" sz="2700" dirty="0"/>
          </a:p>
        </p:txBody>
      </p:sp>
      <p:sp>
        <p:nvSpPr>
          <p:cNvPr id="8" name="Shape 6"/>
          <p:cNvSpPr/>
          <p:nvPr/>
        </p:nvSpPr>
        <p:spPr>
          <a:xfrm>
            <a:off x="10220325" y="5011341"/>
            <a:ext cx="7115175" cy="879634"/>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10513695" y="5304711"/>
            <a:ext cx="4316206" cy="320040"/>
          </a:xfrm>
          <a:prstGeom prst="rect">
            <a:avLst/>
          </a:prstGeom>
          <a:noFill/>
          <a:ln/>
        </p:spPr>
        <p:txBody>
          <a:bodyPr wrap="square" lIns="25400" tIns="25400" rIns="25400" bIns="25400" rtlCol="0" anchor="t">
            <a:normAutofit fontScale="85000" lnSpcReduction="20000"/>
          </a:bodyPr>
          <a:lstStyle/>
          <a:p>
            <a:pPr marL="0" indent="0" algn="l">
              <a:lnSpc>
                <a:spcPct val="130912"/>
              </a:lnSpc>
              <a:buNone/>
            </a:pPr>
            <a:r>
              <a:rPr lang="en-US" sz="1875" dirty="0">
                <a:solidFill>
                  <a:srgbClr val="1D1F20"/>
                </a:solidFill>
                <a:latin typeface="Barlow" pitchFamily="34" charset="0"/>
                <a:ea typeface="Barlow" pitchFamily="34" charset="-122"/>
                <a:cs typeface="Barlow" pitchFamily="34" charset="-120"/>
              </a:rPr>
              <a:t>¿Quién es responsable, y para cuándo?</a:t>
            </a:r>
            <a:endParaRPr lang="en-US" sz="1875" dirty="0"/>
          </a:p>
        </p:txBody>
      </p:sp>
      <p:sp>
        <p:nvSpPr>
          <p:cNvPr id="10" name="Shape 8"/>
          <p:cNvSpPr/>
          <p:nvPr/>
        </p:nvSpPr>
        <p:spPr>
          <a:xfrm>
            <a:off x="10220325" y="6043375"/>
            <a:ext cx="7115175" cy="879634"/>
          </a:xfrm>
          <a:prstGeom prst="rect">
            <a:avLst/>
          </a:prstGeom>
          <a:ln w="7620">
            <a:solidFill>
              <a:srgbClr val="1F1F1F">
                <a:alpha val="16000"/>
              </a:srgbClr>
            </a:solidFill>
            <a:prstDash val="solid"/>
          </a:ln>
        </p:spPr>
        <p:txBody>
          <a:bodyPr/>
          <a:lstStyle/>
          <a:p>
            <a:endParaRPr lang="en-US"/>
          </a:p>
        </p:txBody>
      </p:sp>
      <p:sp>
        <p:nvSpPr>
          <p:cNvPr id="11" name="Text 9"/>
          <p:cNvSpPr/>
          <p:nvPr/>
        </p:nvSpPr>
        <p:spPr>
          <a:xfrm>
            <a:off x="10513695" y="6336745"/>
            <a:ext cx="5180862" cy="320040"/>
          </a:xfrm>
          <a:prstGeom prst="rect">
            <a:avLst/>
          </a:prstGeom>
          <a:noFill/>
          <a:ln/>
        </p:spPr>
        <p:txBody>
          <a:bodyPr wrap="square" lIns="25400" tIns="25400" rIns="25400" bIns="25400" rtlCol="0" anchor="t">
            <a:normAutofit fontScale="85000" lnSpcReduction="20000"/>
          </a:bodyPr>
          <a:lstStyle/>
          <a:p>
            <a:pPr marL="0" indent="0" algn="l">
              <a:lnSpc>
                <a:spcPct val="130912"/>
              </a:lnSpc>
              <a:buNone/>
            </a:pPr>
            <a:r>
              <a:rPr lang="en-US" sz="1875" dirty="0">
                <a:solidFill>
                  <a:srgbClr val="1D1F20"/>
                </a:solidFill>
                <a:latin typeface="Barlow" pitchFamily="34" charset="0"/>
                <a:ea typeface="Barlow" pitchFamily="34" charset="-122"/>
                <a:cs typeface="Barlow" pitchFamily="34" charset="-120"/>
              </a:rPr>
              <a:t>¿Cómo sabremos, objetivamente, si funcionó?</a:t>
            </a:r>
            <a:endParaRPr lang="en-US" sz="1875" dirty="0"/>
          </a:p>
        </p:txBody>
      </p:sp>
      <p:sp>
        <p:nvSpPr>
          <p:cNvPr id="12" name="Shape 10"/>
          <p:cNvSpPr/>
          <p:nvPr/>
        </p:nvSpPr>
        <p:spPr>
          <a:xfrm>
            <a:off x="10220325" y="7075408"/>
            <a:ext cx="7115175" cy="879634"/>
          </a:xfrm>
          <a:prstGeom prst="rect">
            <a:avLst/>
          </a:prstGeom>
          <a:ln w="7620">
            <a:solidFill>
              <a:srgbClr val="1F1F1F">
                <a:alpha val="16000"/>
              </a:srgbClr>
            </a:solidFill>
            <a:prstDash val="solid"/>
          </a:ln>
        </p:spPr>
        <p:txBody>
          <a:bodyPr/>
          <a:lstStyle/>
          <a:p>
            <a:endParaRPr lang="en-US"/>
          </a:p>
        </p:txBody>
      </p:sp>
      <p:sp>
        <p:nvSpPr>
          <p:cNvPr id="13" name="Text 11"/>
          <p:cNvSpPr/>
          <p:nvPr/>
        </p:nvSpPr>
        <p:spPr>
          <a:xfrm>
            <a:off x="10513695" y="7368778"/>
            <a:ext cx="5281184" cy="320040"/>
          </a:xfrm>
          <a:prstGeom prst="rect">
            <a:avLst/>
          </a:prstGeom>
          <a:noFill/>
          <a:ln/>
        </p:spPr>
        <p:txBody>
          <a:bodyPr wrap="square" lIns="25400" tIns="25400" rIns="25400" bIns="25400" rtlCol="0" anchor="t">
            <a:normAutofit fontScale="85000" lnSpcReduction="20000"/>
          </a:bodyPr>
          <a:lstStyle/>
          <a:p>
            <a:pPr marL="0" indent="0" algn="l">
              <a:lnSpc>
                <a:spcPct val="130912"/>
              </a:lnSpc>
              <a:buNone/>
            </a:pPr>
            <a:r>
              <a:rPr lang="en-US" sz="1875" dirty="0">
                <a:solidFill>
                  <a:srgbClr val="1D1F20"/>
                </a:solidFill>
                <a:latin typeface="Barlow" pitchFamily="34" charset="0"/>
                <a:ea typeface="Barlow" pitchFamily="34" charset="-122"/>
                <a:cs typeface="Barlow" pitchFamily="34" charset="-120"/>
              </a:rPr>
              <a:t>¿Qué documentamos para la próxima decisión?</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PILAR 8 · ACCIÓN</a:t>
            </a:r>
            <a:endParaRPr lang="en-US" sz="1875" dirty="0"/>
          </a:p>
        </p:txBody>
      </p:sp>
      <p:sp>
        <p:nvSpPr>
          <p:cNvPr id="3" name="Text 1"/>
          <p:cNvSpPr/>
          <p:nvPr/>
        </p:nvSpPr>
        <p:spPr>
          <a:xfrm>
            <a:off x="952500" y="1302544"/>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Rol de la IA</a:t>
            </a:r>
            <a:endParaRPr lang="en-US" sz="5100" dirty="0"/>
          </a:p>
        </p:txBody>
      </p:sp>
      <p:sp>
        <p:nvSpPr>
          <p:cNvPr id="4" name="Text 2"/>
          <p:cNvSpPr/>
          <p:nvPr/>
        </p:nvSpPr>
        <p:spPr>
          <a:xfrm>
            <a:off x="952500" y="4235768"/>
            <a:ext cx="15206662"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Puede convertir cada decisión en un registro estructurado — qué se decidió, qué se esperaba, qué ocurrió, qué se aprendió — construyendo una memoria organizacional que sobrevive a la rotación de las personas. La condición: alguien debe pedir ese registro, y volver a consultarlo antes de repetir una decisión parecida.</a:t>
            </a:r>
            <a:endParaRPr lang="en-US" sz="2700" dirty="0"/>
          </a:p>
        </p:txBody>
      </p:sp>
      <p:sp>
        <p:nvSpPr>
          <p:cNvPr id="5" name="Shape 3"/>
          <p:cNvSpPr/>
          <p:nvPr/>
        </p:nvSpPr>
        <p:spPr>
          <a:xfrm>
            <a:off x="952500" y="8081962"/>
            <a:ext cx="16383000" cy="1557338"/>
          </a:xfrm>
          <a:prstGeom prst="rect">
            <a:avLst/>
          </a:prstGeom>
          <a:solidFill>
            <a:srgbClr val="F2F2F3"/>
          </a:solidFill>
          <a:ln w="7620">
            <a:solidFill>
              <a:srgbClr val="1F1F1F">
                <a:alpha val="16000"/>
              </a:srgbClr>
            </a:solidFill>
            <a:prstDash val="solid"/>
          </a:ln>
        </p:spPr>
        <p:txBody>
          <a:bodyPr/>
          <a:lstStyle/>
          <a:p>
            <a:endParaRPr lang="en-US"/>
          </a:p>
        </p:txBody>
      </p:sp>
      <p:sp>
        <p:nvSpPr>
          <p:cNvPr id="6" name="Text 4"/>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"Ninguna empresa ha mejorado jamás por tener el mejor análisis archivado en una presentación. Mejora cuando ese análisis se convierte en una persona, una fecha y una forma de saber si funcionó."</a:t>
            </a:r>
            <a:endParaRPr lang="en-US" sz="21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Guía práctica: qué pilares usar y cuándo</a:t>
            </a:r>
            <a:endParaRPr lang="en-US" sz="5100" dirty="0"/>
          </a:p>
        </p:txBody>
      </p:sp>
      <p:sp>
        <p:nvSpPr>
          <p:cNvPr id="3" name="Text 1"/>
          <p:cNvSpPr/>
          <p:nvPr/>
        </p:nvSpPr>
        <p:spPr>
          <a:xfrm>
            <a:off x="952500" y="1715929"/>
            <a:ext cx="15206662" cy="1101090"/>
          </a:xfrm>
          <a:prstGeom prst="rect">
            <a:avLst/>
          </a:prstGeom>
          <a:noFill/>
          <a:ln/>
        </p:spPr>
        <p:txBody>
          <a:bodyPr wrap="square" lIns="25400" tIns="25400" rIns="25400" bIns="25400" rtlCol="0" anchor="t">
            <a:normAutofit/>
          </a:bodyPr>
          <a:lstStyle/>
          <a:p>
            <a:pPr marL="0" indent="0" algn="l">
              <a:lnSpc>
                <a:spcPct val="129167"/>
              </a:lnSpc>
              <a:buNone/>
            </a:pPr>
            <a:r>
              <a:rPr lang="en-US" sz="2700" dirty="0">
                <a:solidFill>
                  <a:srgbClr val="1D1F21">
                    <a:alpha val="55000"/>
                  </a:srgbClr>
                </a:solidFill>
                <a:latin typeface="Barlow" pitchFamily="34" charset="0"/>
                <a:ea typeface="Barlow" pitchFamily="34" charset="-122"/>
                <a:cs typeface="Barlow" pitchFamily="34" charset="-120"/>
              </a:rPr>
              <a:t>Conocer ocho herramientas no sirve de mucho si, frente a cada problema, se saca la primera que se tiene a la mano. Tres preguntas de entrada:</a:t>
            </a:r>
            <a:endParaRPr lang="en-US" sz="2700" dirty="0"/>
          </a:p>
        </p:txBody>
      </p:sp>
      <p:sp>
        <p:nvSpPr>
          <p:cNvPr id="4" name="Shape 2"/>
          <p:cNvSpPr/>
          <p:nvPr/>
        </p:nvSpPr>
        <p:spPr>
          <a:xfrm>
            <a:off x="952500" y="3121819"/>
            <a:ext cx="5295900" cy="5235893"/>
          </a:xfrm>
          <a:prstGeom prst="rect">
            <a:avLst/>
          </a:prstGeom>
          <a:ln w="7620">
            <a:solidFill>
              <a:srgbClr val="1F1F1F">
                <a:alpha val="16000"/>
              </a:srgbClr>
            </a:solidFill>
            <a:prstDash val="solid"/>
          </a:ln>
        </p:spPr>
        <p:txBody>
          <a:bodyPr/>
          <a:lstStyle/>
          <a:p>
            <a:endParaRPr lang="en-US"/>
          </a:p>
        </p:txBody>
      </p:sp>
      <p:sp>
        <p:nvSpPr>
          <p:cNvPr id="5" name="Text 3"/>
          <p:cNvSpPr/>
          <p:nvPr/>
        </p:nvSpPr>
        <p:spPr>
          <a:xfrm>
            <a:off x="1322070" y="3491389"/>
            <a:ext cx="501243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¿Está claro el problema real?</a:t>
            </a:r>
            <a:endParaRPr lang="en-US" sz="2175" dirty="0"/>
          </a:p>
        </p:txBody>
      </p:sp>
      <p:sp>
        <p:nvSpPr>
          <p:cNvPr id="6" name="Text 4"/>
          <p:cNvSpPr/>
          <p:nvPr/>
        </p:nvSpPr>
        <p:spPr>
          <a:xfrm>
            <a:off x="1322070" y="4052888"/>
            <a:ext cx="4693463" cy="776287"/>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Si no — Pilares 1 y 2 son la entrada obligatoria, sin importar la urgencia.</a:t>
            </a:r>
            <a:endParaRPr lang="en-US" sz="1875" dirty="0"/>
          </a:p>
        </p:txBody>
      </p:sp>
      <p:sp>
        <p:nvSpPr>
          <p:cNvPr id="7" name="Shape 5"/>
          <p:cNvSpPr/>
          <p:nvPr/>
        </p:nvSpPr>
        <p:spPr>
          <a:xfrm>
            <a:off x="6496050" y="3121819"/>
            <a:ext cx="5295900" cy="5235893"/>
          </a:xfrm>
          <a:prstGeom prst="rect">
            <a:avLst/>
          </a:prstGeom>
          <a:ln w="7620">
            <a:solidFill>
              <a:srgbClr val="1F1F1F">
                <a:alpha val="16000"/>
              </a:srgbClr>
            </a:solidFill>
            <a:prstDash val="solid"/>
          </a:ln>
        </p:spPr>
        <p:txBody>
          <a:bodyPr/>
          <a:lstStyle/>
          <a:p>
            <a:endParaRPr lang="en-US"/>
          </a:p>
        </p:txBody>
      </p:sp>
      <p:sp>
        <p:nvSpPr>
          <p:cNvPr id="8" name="Text 6"/>
          <p:cNvSpPr/>
          <p:nvPr/>
        </p:nvSpPr>
        <p:spPr>
          <a:xfrm>
            <a:off x="6865620" y="3491389"/>
            <a:ext cx="501243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¿Ya existe una solución propuesta?</a:t>
            </a:r>
            <a:endParaRPr lang="en-US" sz="2175" dirty="0"/>
          </a:p>
        </p:txBody>
      </p:sp>
      <p:sp>
        <p:nvSpPr>
          <p:cNvPr id="9" name="Text 7"/>
          <p:cNvSpPr/>
          <p:nvPr/>
        </p:nvSpPr>
        <p:spPr>
          <a:xfrm>
            <a:off x="6865620" y="4052888"/>
            <a:ext cx="4693463" cy="776287"/>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Si sí — Pilares 3 y 4 se vuelven urgentes: nadie la ha puesto a prueba todavía.</a:t>
            </a:r>
            <a:endParaRPr lang="en-US" sz="1875" dirty="0"/>
          </a:p>
        </p:txBody>
      </p:sp>
      <p:sp>
        <p:nvSpPr>
          <p:cNvPr id="10" name="Shape 8"/>
          <p:cNvSpPr/>
          <p:nvPr/>
        </p:nvSpPr>
        <p:spPr>
          <a:xfrm>
            <a:off x="12039600" y="3121819"/>
            <a:ext cx="5295900" cy="5235893"/>
          </a:xfrm>
          <a:prstGeom prst="rect">
            <a:avLst/>
          </a:prstGeom>
          <a:ln w="7620">
            <a:solidFill>
              <a:srgbClr val="1F1F1F">
                <a:alpha val="16000"/>
              </a:srgbClr>
            </a:solidFill>
            <a:prstDash val="solid"/>
          </a:ln>
        </p:spPr>
        <p:txBody>
          <a:bodyPr/>
          <a:lstStyle/>
          <a:p>
            <a:endParaRPr lang="en-US"/>
          </a:p>
        </p:txBody>
      </p:sp>
      <p:sp>
        <p:nvSpPr>
          <p:cNvPr id="11" name="Text 9"/>
          <p:cNvSpPr/>
          <p:nvPr/>
        </p:nvSpPr>
        <p:spPr>
          <a:xfrm>
            <a:off x="12409170" y="3491389"/>
            <a:ext cx="4693463"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¿Toca varias áreas o recursos importantes?</a:t>
            </a:r>
            <a:endParaRPr lang="en-US" sz="2175" dirty="0"/>
          </a:p>
        </p:txBody>
      </p:sp>
      <p:sp>
        <p:nvSpPr>
          <p:cNvPr id="12" name="Text 10"/>
          <p:cNvSpPr/>
          <p:nvPr/>
        </p:nvSpPr>
        <p:spPr>
          <a:xfrm>
            <a:off x="12409170" y="4481036"/>
            <a:ext cx="501243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Si sí — Pilares 5, 6 y 7 agregan el mayor valor.</a:t>
            </a:r>
            <a:endParaRPr lang="en-US" sz="1875" dirty="0"/>
          </a:p>
        </p:txBody>
      </p:sp>
      <p:sp>
        <p:nvSpPr>
          <p:cNvPr id="13" name="Shape 11"/>
          <p:cNvSpPr/>
          <p:nvPr/>
        </p:nvSpPr>
        <p:spPr>
          <a:xfrm>
            <a:off x="952500" y="8662511"/>
            <a:ext cx="16383000" cy="976789"/>
          </a:xfrm>
          <a:prstGeom prst="rect">
            <a:avLst/>
          </a:prstGeom>
          <a:solidFill>
            <a:srgbClr val="1D2D3D"/>
          </a:solidFill>
          <a:ln w="7620">
            <a:solidFill>
              <a:srgbClr val="1D2D3D"/>
            </a:solidFill>
            <a:prstDash val="solid"/>
          </a:ln>
        </p:spPr>
        <p:txBody>
          <a:bodyPr/>
          <a:lstStyle/>
          <a:p>
            <a:endParaRPr lang="en-US"/>
          </a:p>
        </p:txBody>
      </p:sp>
      <p:sp>
        <p:nvSpPr>
          <p:cNvPr id="14" name="Text 12"/>
          <p:cNvSpPr/>
          <p:nvPr/>
        </p:nvSpPr>
        <p:spPr>
          <a:xfrm>
            <a:off x="1303020" y="8936831"/>
            <a:ext cx="16173450" cy="466249"/>
          </a:xfrm>
          <a:prstGeom prst="rect">
            <a:avLst/>
          </a:prstGeom>
          <a:noFill/>
          <a:ln/>
        </p:spPr>
        <p:txBody>
          <a:bodyPr wrap="square" lIns="25400" tIns="25400" rIns="25400" bIns="25400" rtlCol="0" anchor="t">
            <a:normAutofit/>
          </a:bodyPr>
          <a:lstStyle/>
          <a:p>
            <a:pPr marL="0" indent="0" algn="l">
              <a:lnSpc>
                <a:spcPct val="126359"/>
              </a:lnSpc>
              <a:buNone/>
            </a:pPr>
            <a:r>
              <a:rPr lang="en-US" sz="2175" b="1" dirty="0">
                <a:solidFill>
                  <a:srgbClr val="F2F2F3"/>
                </a:solidFill>
                <a:latin typeface="Barlow" pitchFamily="34" charset="0"/>
                <a:ea typeface="Barlow" pitchFamily="34" charset="-122"/>
                <a:cs typeface="Barlow" pitchFamily="34" charset="-120"/>
              </a:rPr>
              <a:t>El pilar 8 — Acción — no es opcional en ningún caso. Cierra siempre el ciclo.</a:t>
            </a:r>
            <a:endParaRPr lang="en-US" sz="21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952500" y="3060621"/>
            <a:ext cx="18021300" cy="1143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8700" b="1" dirty="0">
                <a:solidFill>
                  <a:srgbClr val="416180"/>
                </a:solidFill>
                <a:latin typeface="Barlow Condensed" pitchFamily="34" charset="0"/>
                <a:ea typeface="Barlow Condensed" pitchFamily="34" charset="-122"/>
                <a:cs typeface="Barlow Condensed" pitchFamily="34" charset="-120"/>
              </a:rPr>
              <a:t>III</a:t>
            </a:r>
            <a:endParaRPr lang="en-US" sz="8700" dirty="0"/>
          </a:p>
        </p:txBody>
      </p:sp>
      <p:sp>
        <p:nvSpPr>
          <p:cNvPr id="3" name="Text 1"/>
          <p:cNvSpPr/>
          <p:nvPr/>
        </p:nvSpPr>
        <p:spPr>
          <a:xfrm>
            <a:off x="952500" y="4298871"/>
            <a:ext cx="1466850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F2F2F3"/>
                </a:solidFill>
                <a:latin typeface="Barlow Condensed" pitchFamily="34" charset="0"/>
                <a:ea typeface="Barlow Condensed" pitchFamily="34" charset="-122"/>
                <a:cs typeface="Barlow Condensed" pitchFamily="34" charset="-120"/>
              </a:rPr>
              <a:t>Roles de la IA</a:t>
            </a:r>
            <a:endParaRPr lang="en-US" sz="5100" dirty="0"/>
          </a:p>
        </p:txBody>
      </p:sp>
      <p:sp>
        <p:nvSpPr>
          <p:cNvPr id="4" name="Text 2"/>
          <p:cNvSpPr/>
          <p:nvPr/>
        </p:nvSpPr>
        <p:spPr>
          <a:xfrm>
            <a:off x="952501" y="5252800"/>
            <a:ext cx="9313718" cy="2164080"/>
          </a:xfrm>
          <a:prstGeom prst="rect">
            <a:avLst/>
          </a:prstGeom>
          <a:noFill/>
          <a:ln/>
        </p:spPr>
        <p:txBody>
          <a:bodyPr wrap="square" lIns="25400" tIns="25400" rIns="25400" bIns="25400" rtlCol="0" anchor="t">
            <a:normAutofit fontScale="92500"/>
          </a:bodyPr>
          <a:lstStyle/>
          <a:p>
            <a:pPr marL="0" indent="0" algn="l">
              <a:lnSpc>
                <a:spcPct val="129167"/>
              </a:lnSpc>
              <a:buNone/>
            </a:pPr>
            <a:r>
              <a:rPr lang="en-US" sz="2700" dirty="0">
                <a:solidFill>
                  <a:srgbClr val="B5D9FD"/>
                </a:solidFill>
                <a:latin typeface="Barlow" pitchFamily="34" charset="0"/>
                <a:ea typeface="Barlow" pitchFamily="34" charset="-122"/>
                <a:cs typeface="Barlow" pitchFamily="34" charset="-120"/>
              </a:rPr>
              <a:t>Con </a:t>
            </a:r>
            <a:r>
              <a:rPr lang="en-US" sz="2700" dirty="0" err="1">
                <a:solidFill>
                  <a:srgbClr val="B5D9FD"/>
                </a:solidFill>
                <a:latin typeface="Barlow" pitchFamily="34" charset="0"/>
                <a:ea typeface="Barlow" pitchFamily="34" charset="-122"/>
                <a:cs typeface="Barlow" pitchFamily="34" charset="-120"/>
              </a:rPr>
              <a:t>los</a:t>
            </a:r>
            <a:r>
              <a:rPr lang="en-US" sz="2700" dirty="0">
                <a:solidFill>
                  <a:srgbClr val="B5D9FD"/>
                </a:solidFill>
                <a:latin typeface="Barlow" pitchFamily="34" charset="0"/>
                <a:ea typeface="Barlow" pitchFamily="34" charset="-122"/>
                <a:cs typeface="Barlow" pitchFamily="34" charset="-120"/>
              </a:rPr>
              <a:t> </a:t>
            </a:r>
            <a:r>
              <a:rPr lang="en-US" sz="2700" dirty="0" err="1">
                <a:solidFill>
                  <a:srgbClr val="B5D9FD"/>
                </a:solidFill>
                <a:latin typeface="Barlow" pitchFamily="34" charset="0"/>
                <a:ea typeface="Barlow" pitchFamily="34" charset="-122"/>
                <a:cs typeface="Barlow" pitchFamily="34" charset="-120"/>
              </a:rPr>
              <a:t>ocho</a:t>
            </a:r>
            <a:r>
              <a:rPr lang="en-US" sz="2700" dirty="0">
                <a:solidFill>
                  <a:srgbClr val="B5D9FD"/>
                </a:solidFill>
                <a:latin typeface="Barlow" pitchFamily="34" charset="0"/>
                <a:ea typeface="Barlow" pitchFamily="34" charset="-122"/>
                <a:cs typeface="Barlow" pitchFamily="34" charset="-120"/>
              </a:rPr>
              <a:t> </a:t>
            </a:r>
            <a:r>
              <a:rPr lang="en-US" sz="2700" dirty="0" err="1">
                <a:solidFill>
                  <a:srgbClr val="B5D9FD"/>
                </a:solidFill>
                <a:latin typeface="Barlow" pitchFamily="34" charset="0"/>
                <a:ea typeface="Barlow" pitchFamily="34" charset="-122"/>
                <a:cs typeface="Barlow" pitchFamily="34" charset="-120"/>
              </a:rPr>
              <a:t>pilares</a:t>
            </a:r>
            <a:r>
              <a:rPr lang="en-US" sz="2700" dirty="0">
                <a:solidFill>
                  <a:srgbClr val="B5D9FD"/>
                </a:solidFill>
                <a:latin typeface="Barlow" pitchFamily="34" charset="0"/>
                <a:ea typeface="Barlow" pitchFamily="34" charset="-122"/>
                <a:cs typeface="Barlow" pitchFamily="34" charset="-120"/>
              </a:rPr>
              <a:t> de PCA™ ya construidos, esta parte responde una pregunta distinta: ¿qué papel le corresponde, exactamente, a la inteligencia artificial frente a cada uno de ellos? Siete roles concretos — sin que ninguno asuma nunca la decisión final.</a:t>
            </a:r>
            <a:endParaRPr lang="en-US" sz="2700" dirty="0"/>
          </a:p>
        </p:txBody>
      </p:sp>
      <p:pic>
        <p:nvPicPr>
          <p:cNvPr id="6" name="Imagen 5">
            <a:extLst>
              <a:ext uri="{FF2B5EF4-FFF2-40B4-BE49-F238E27FC236}">
                <a16:creationId xmlns:a16="http://schemas.microsoft.com/office/drawing/2014/main" id="{1BF1D601-EAB1-FAD8-AD66-1DA3E7A59330}"/>
              </a:ext>
            </a:extLst>
          </p:cNvPr>
          <p:cNvPicPr>
            <a:picLocks noChangeAspect="1"/>
          </p:cNvPicPr>
          <p:nvPr/>
        </p:nvPicPr>
        <p:blipFill>
          <a:blip r:embed="rId3"/>
          <a:stretch>
            <a:fillRect/>
          </a:stretch>
        </p:blipFill>
        <p:spPr>
          <a:xfrm>
            <a:off x="10465774" y="4106704"/>
            <a:ext cx="7178912" cy="33113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70285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ROLES DE LA IA</a:t>
            </a:r>
            <a:endParaRPr lang="en-US" sz="1875" dirty="0"/>
          </a:p>
        </p:txBody>
      </p:sp>
      <p:pic>
        <p:nvPicPr>
          <p:cNvPr id="4" name="Imagen 3">
            <a:extLst>
              <a:ext uri="{FF2B5EF4-FFF2-40B4-BE49-F238E27FC236}">
                <a16:creationId xmlns:a16="http://schemas.microsoft.com/office/drawing/2014/main" id="{1C142E2A-F849-85D6-3FDC-B0C767D3F89C}"/>
              </a:ext>
            </a:extLst>
          </p:cNvPr>
          <p:cNvPicPr>
            <a:picLocks noChangeAspect="1"/>
          </p:cNvPicPr>
          <p:nvPr/>
        </p:nvPicPr>
        <p:blipFill>
          <a:blip r:embed="rId3"/>
          <a:srcRect l="4735" t="13459" r="3030" b="13795"/>
          <a:stretch>
            <a:fillRect/>
          </a:stretch>
        </p:blipFill>
        <p:spPr>
          <a:xfrm>
            <a:off x="1960417" y="1366404"/>
            <a:ext cx="14367165" cy="7554191"/>
          </a:xfrm>
          <a:prstGeom prst="rect">
            <a:avLst/>
          </a:prstGeom>
        </p:spPr>
      </p:pic>
      <p:sp>
        <p:nvSpPr>
          <p:cNvPr id="6" name="Text 4">
            <a:extLst>
              <a:ext uri="{FF2B5EF4-FFF2-40B4-BE49-F238E27FC236}">
                <a16:creationId xmlns:a16="http://schemas.microsoft.com/office/drawing/2014/main" id="{01FE16E1-E18A-594F-A813-84D48D0F4F2E}"/>
              </a:ext>
            </a:extLst>
          </p:cNvPr>
          <p:cNvSpPr/>
          <p:nvPr/>
        </p:nvSpPr>
        <p:spPr>
          <a:xfrm>
            <a:off x="952500" y="195545"/>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Los Siete Roles, </a:t>
            </a:r>
            <a:r>
              <a:rPr lang="en-US" sz="3600" b="1" dirty="0" err="1">
                <a:solidFill>
                  <a:srgbClr val="2C455D"/>
                </a:solidFill>
                <a:latin typeface="Barlow Condensed" pitchFamily="34" charset="0"/>
                <a:ea typeface="Barlow Condensed" pitchFamily="34" charset="-122"/>
                <a:cs typeface="Barlow Condensed" pitchFamily="34" charset="-120"/>
              </a:rPr>
              <a:t>organizados</a:t>
            </a:r>
            <a:r>
              <a:rPr lang="en-US" sz="3600" b="1" dirty="0">
                <a:solidFill>
                  <a:srgbClr val="2C455D"/>
                </a:solidFill>
                <a:latin typeface="Barlow Condensed" pitchFamily="34" charset="0"/>
                <a:ea typeface="Barlow Condensed" pitchFamily="34" charset="-122"/>
                <a:cs typeface="Barlow Condensed" pitchFamily="34" charset="-120"/>
              </a:rPr>
              <a:t> </a:t>
            </a:r>
            <a:r>
              <a:rPr lang="en-US" sz="3600" b="1" dirty="0" err="1">
                <a:solidFill>
                  <a:srgbClr val="2C455D"/>
                </a:solidFill>
                <a:latin typeface="Barlow Condensed" pitchFamily="34" charset="0"/>
                <a:ea typeface="Barlow Condensed" pitchFamily="34" charset="-122"/>
                <a:cs typeface="Barlow Condensed" pitchFamily="34" charset="-120"/>
              </a:rPr>
              <a:t>por</a:t>
            </a:r>
            <a:r>
              <a:rPr lang="en-US" sz="3600" b="1" dirty="0">
                <a:solidFill>
                  <a:srgbClr val="2C455D"/>
                </a:solidFill>
                <a:latin typeface="Barlow Condensed" pitchFamily="34" charset="0"/>
                <a:ea typeface="Barlow Condensed" pitchFamily="34" charset="-122"/>
                <a:cs typeface="Barlow Condensed" pitchFamily="34" charset="-120"/>
              </a:rPr>
              <a:t> la </a:t>
            </a:r>
            <a:r>
              <a:rPr lang="en-US" sz="3600" b="1" dirty="0" err="1">
                <a:solidFill>
                  <a:srgbClr val="2C455D"/>
                </a:solidFill>
                <a:latin typeface="Barlow Condensed" pitchFamily="34" charset="0"/>
                <a:ea typeface="Barlow Condensed" pitchFamily="34" charset="-122"/>
                <a:cs typeface="Barlow Condensed" pitchFamily="34" charset="-120"/>
              </a:rPr>
              <a:t>pregunta</a:t>
            </a:r>
            <a:r>
              <a:rPr lang="en-US" sz="3600" b="1" dirty="0">
                <a:solidFill>
                  <a:srgbClr val="2C455D"/>
                </a:solidFill>
                <a:latin typeface="Barlow Condensed" pitchFamily="34" charset="0"/>
                <a:ea typeface="Barlow Condensed" pitchFamily="34" charset="-122"/>
                <a:cs typeface="Barlow Condensed" pitchFamily="34" charset="-120"/>
              </a:rPr>
              <a:t> </a:t>
            </a:r>
            <a:r>
              <a:rPr lang="en-US" sz="3600" b="1" dirty="0" err="1">
                <a:solidFill>
                  <a:srgbClr val="2C455D"/>
                </a:solidFill>
                <a:latin typeface="Barlow Condensed" pitchFamily="34" charset="0"/>
                <a:ea typeface="Barlow Condensed" pitchFamily="34" charset="-122"/>
                <a:cs typeface="Barlow Condensed" pitchFamily="34" charset="-120"/>
              </a:rPr>
              <a:t>que</a:t>
            </a:r>
            <a:r>
              <a:rPr lang="en-US" sz="3600" b="1" dirty="0">
                <a:solidFill>
                  <a:srgbClr val="2C455D"/>
                </a:solidFill>
                <a:latin typeface="Barlow Condensed" pitchFamily="34" charset="0"/>
                <a:ea typeface="Barlow Condensed" pitchFamily="34" charset="-122"/>
                <a:cs typeface="Barlow Condensed" pitchFamily="34" charset="-120"/>
              </a:rPr>
              <a:t> </a:t>
            </a:r>
            <a:r>
              <a:rPr lang="en-US" sz="3600" b="1" dirty="0" err="1">
                <a:solidFill>
                  <a:srgbClr val="2C455D"/>
                </a:solidFill>
                <a:latin typeface="Barlow Condensed" pitchFamily="34" charset="0"/>
                <a:ea typeface="Barlow Condensed" pitchFamily="34" charset="-122"/>
                <a:cs typeface="Barlow Condensed" pitchFamily="34" charset="-120"/>
              </a:rPr>
              <a:t>responden</a:t>
            </a:r>
            <a:r>
              <a:rPr lang="en-US" sz="3600" b="1" dirty="0">
                <a:solidFill>
                  <a:srgbClr val="2C455D"/>
                </a:solidFill>
                <a:latin typeface="Barlow Condensed" pitchFamily="34" charset="0"/>
                <a:ea typeface="Barlow Condensed" pitchFamily="34" charset="-122"/>
                <a:cs typeface="Barlow Condensed" pitchFamily="34" charset="-120"/>
              </a:rPr>
              <a:t>.</a:t>
            </a:r>
            <a:endParaRPr lang="en-US" sz="3600" dirty="0"/>
          </a:p>
        </p:txBody>
      </p:sp>
      <p:pic>
        <p:nvPicPr>
          <p:cNvPr id="8" name="Imagen 7">
            <a:extLst>
              <a:ext uri="{FF2B5EF4-FFF2-40B4-BE49-F238E27FC236}">
                <a16:creationId xmlns:a16="http://schemas.microsoft.com/office/drawing/2014/main" id="{C6F923B8-DE30-4CAE-19C5-1A6DBD526ED7}"/>
              </a:ext>
            </a:extLst>
          </p:cNvPr>
          <p:cNvPicPr>
            <a:picLocks noChangeAspect="1"/>
          </p:cNvPicPr>
          <p:nvPr/>
        </p:nvPicPr>
        <p:blipFill>
          <a:blip r:embed="rId3">
            <a:clrChange>
              <a:clrFrom>
                <a:srgbClr val="FBFBFB"/>
              </a:clrFrom>
              <a:clrTo>
                <a:srgbClr val="FBFBFB">
                  <a:alpha val="0"/>
                </a:srgbClr>
              </a:clrTo>
            </a:clrChange>
          </a:blip>
          <a:srcRect l="9564" t="87329" r="8741" b="2838"/>
          <a:stretch>
            <a:fillRect/>
          </a:stretch>
        </p:blipFill>
        <p:spPr>
          <a:xfrm>
            <a:off x="2865120" y="9070375"/>
            <a:ext cx="12725400" cy="102108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70754" y="1002506"/>
            <a:ext cx="201573"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1</a:t>
            </a:r>
            <a:endParaRPr lang="en-US" sz="3600" dirty="0"/>
          </a:p>
        </p:txBody>
      </p:sp>
      <p:sp>
        <p:nvSpPr>
          <p:cNvPr id="4" name="Text 2"/>
          <p:cNvSpPr/>
          <p:nvPr/>
        </p:nvSpPr>
        <p:spPr>
          <a:xfrm>
            <a:off x="1943100" y="800100"/>
            <a:ext cx="1602403"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ROL DE LA IA</a:t>
            </a:r>
            <a:endParaRPr lang="en-US" sz="1875" dirty="0"/>
          </a:p>
        </p:txBody>
      </p:sp>
      <p:sp>
        <p:nvSpPr>
          <p:cNvPr id="5" name="Text 3"/>
          <p:cNvSpPr/>
          <p:nvPr/>
        </p:nvSpPr>
        <p:spPr>
          <a:xfrm>
            <a:off x="1943100" y="1188244"/>
            <a:ext cx="1602403"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Espejo</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Examina un razonamiento propio, sin agregar ni quitar nada.</a:t>
            </a:r>
            <a:endParaRPr lang="en-US" sz="3600" dirty="0"/>
          </a:p>
        </p:txBody>
      </p:sp>
      <p:sp>
        <p:nvSpPr>
          <p:cNvPr id="7" name="Text 5"/>
          <p:cNvSpPr/>
          <p:nvPr/>
        </p:nvSpPr>
        <p:spPr>
          <a:xfrm>
            <a:off x="952500" y="4418647"/>
            <a:ext cx="15206662" cy="260985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Antes de presentar la inversión más importante del año, una directora de finanzas le pidió a un sistema de IA que señalara, sin cortesía alguna, qué supuestos sostenían su conclusión sin haber sido verificados. La respuesta reveló que las proyecciones asumían que el crecimiento atípico de dos clientes grandes se repetiría indefinidamente — nadie lo había planteado como supuesto explícito.</a:t>
            </a:r>
            <a:endParaRPr lang="en-US" sz="2700" dirty="0"/>
          </a:p>
        </p:txBody>
      </p:sp>
      <p:sp>
        <p:nvSpPr>
          <p:cNvPr id="8" name="Shape 6"/>
          <p:cNvSpPr/>
          <p:nvPr/>
        </p:nvSpPr>
        <p:spPr>
          <a:xfrm>
            <a:off x="952500" y="8081962"/>
            <a:ext cx="16383000" cy="1557338"/>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"Un espejo cortés que solo confirma lo que el autor quiere escuchar no es un espejo. Es, en el mejor de los casos, una validación cara."</a:t>
            </a:r>
            <a:endParaRPr lang="en-US" sz="21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9E9EA"/>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solidFill>
            <a:srgbClr val="F2F2F3"/>
          </a:solidFill>
          <a:ln w="7620">
            <a:solidFill>
              <a:srgbClr val="5980A6"/>
            </a:solidFill>
            <a:prstDash val="solid"/>
          </a:ln>
        </p:spPr>
        <p:txBody>
          <a:bodyPr/>
          <a:lstStyle/>
          <a:p>
            <a:endParaRPr lang="en-US"/>
          </a:p>
        </p:txBody>
      </p:sp>
      <p:sp>
        <p:nvSpPr>
          <p:cNvPr id="3" name="Text 1"/>
          <p:cNvSpPr/>
          <p:nvPr/>
        </p:nvSpPr>
        <p:spPr>
          <a:xfrm>
            <a:off x="1236345" y="1002506"/>
            <a:ext cx="27051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2</a:t>
            </a:r>
            <a:endParaRPr lang="en-US" sz="3600" dirty="0"/>
          </a:p>
        </p:txBody>
      </p:sp>
      <p:sp>
        <p:nvSpPr>
          <p:cNvPr id="4" name="Text 2"/>
          <p:cNvSpPr/>
          <p:nvPr/>
        </p:nvSpPr>
        <p:spPr>
          <a:xfrm>
            <a:off x="1943100" y="800100"/>
            <a:ext cx="1950125"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ROL DE LA IA</a:t>
            </a:r>
            <a:endParaRPr lang="en-US" sz="1875" dirty="0"/>
          </a:p>
        </p:txBody>
      </p:sp>
      <p:sp>
        <p:nvSpPr>
          <p:cNvPr id="5" name="Text 3"/>
          <p:cNvSpPr/>
          <p:nvPr/>
        </p:nvSpPr>
        <p:spPr>
          <a:xfrm>
            <a:off x="1943100" y="1188244"/>
            <a:ext cx="1950125"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Analista</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Ordena evidencia dispersa que nadie tenía tiempo de cruzar.</a:t>
            </a:r>
            <a:endParaRPr lang="en-US" sz="3600" dirty="0"/>
          </a:p>
        </p:txBody>
      </p:sp>
      <p:sp>
        <p:nvSpPr>
          <p:cNvPr id="7" name="Text 5"/>
          <p:cNvSpPr/>
          <p:nvPr/>
        </p:nvSpPr>
        <p:spPr>
          <a:xfrm>
            <a:off x="952500" y="4889897"/>
            <a:ext cx="15206662"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Una gerente de calidad llevaba ocho meses sin explicar por qué las devoluciones se concentraban los lunes. Al pedirle a la IA cruzar reportes, entrevistas, correos y sus propias notas manuscritas de dos años, conectó tres menciones dispersas sobre el personal de cobertura de los lunes — la causa real la confirmó después, verificando en planta.</a:t>
            </a:r>
            <a:endParaRPr lang="en-US" sz="2700" dirty="0"/>
          </a:p>
        </p:txBody>
      </p:sp>
      <p:sp>
        <p:nvSpPr>
          <p:cNvPr id="8" name="Shape 6"/>
          <p:cNvSpPr/>
          <p:nvPr/>
        </p:nvSpPr>
        <p:spPr>
          <a:xfrm>
            <a:off x="952500" y="8510111"/>
            <a:ext cx="16383000" cy="1129189"/>
          </a:xfrm>
          <a:prstGeom prst="rect">
            <a:avLst/>
          </a:prstGeom>
          <a:solidFill>
            <a:srgbClr val="F2F2F3"/>
          </a:solidFill>
          <a:ln w="7620">
            <a:solidFill>
              <a:srgbClr val="1F1F1F">
                <a:alpha val="16000"/>
              </a:srgbClr>
            </a:solidFill>
            <a:prstDash val="solid"/>
          </a:ln>
        </p:spPr>
        <p:txBody>
          <a:bodyPr/>
          <a:lstStyle/>
          <a:p>
            <a:endParaRPr lang="en-US"/>
          </a:p>
        </p:txBody>
      </p:sp>
      <p:sp>
        <p:nvSpPr>
          <p:cNvPr id="9" name="Text 7"/>
          <p:cNvSpPr/>
          <p:nvPr/>
        </p:nvSpPr>
        <p:spPr>
          <a:xfrm>
            <a:off x="1379220" y="8860631"/>
            <a:ext cx="1708251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"Encontrar el patrón toma segundos. Confirmar que el patrón importa sigue tomando, como siempre, el tiempo de ir a ver."</a:t>
            </a:r>
            <a:endParaRPr lang="en-US" sz="21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36107" y="1002506"/>
            <a:ext cx="270986"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3</a:t>
            </a:r>
            <a:endParaRPr lang="en-US" sz="3600" dirty="0"/>
          </a:p>
        </p:txBody>
      </p:sp>
      <p:sp>
        <p:nvSpPr>
          <p:cNvPr id="4" name="Text 2"/>
          <p:cNvSpPr/>
          <p:nvPr/>
        </p:nvSpPr>
        <p:spPr>
          <a:xfrm>
            <a:off x="1943100" y="800100"/>
            <a:ext cx="3221831"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ROL DE LA IA</a:t>
            </a:r>
            <a:endParaRPr lang="en-US" sz="1875" dirty="0"/>
          </a:p>
        </p:txBody>
      </p:sp>
      <p:sp>
        <p:nvSpPr>
          <p:cNvPr id="5" name="Text 3"/>
          <p:cNvSpPr/>
          <p:nvPr/>
        </p:nvSpPr>
        <p:spPr>
          <a:xfrm>
            <a:off x="1943100" y="1188244"/>
            <a:ext cx="3221831"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Cuestionador</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Genera las preguntas incómodas que nadie se hizo.</a:t>
            </a:r>
            <a:endParaRPr lang="en-US" sz="3600" dirty="0"/>
          </a:p>
        </p:txBody>
      </p:sp>
      <p:sp>
        <p:nvSpPr>
          <p:cNvPr id="7" name="Text 5"/>
          <p:cNvSpPr/>
          <p:nvPr/>
        </p:nvSpPr>
        <p:spPr>
          <a:xfrm>
            <a:off x="952500" y="4889897"/>
            <a:ext cx="15206662"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Un diagnóstico interno calificaba a la planta de "madurez sólida". Al pedirle a la IA actuar como auditor externo sin ningún interés en que el diagnóstico quedara bien, reveló que el cumplimiento de los procesos —no solo su documentación— variaba mucho entre turnos, una diferencia que el promedio general había ocultado por completo.</a:t>
            </a:r>
            <a:endParaRPr lang="en-US" sz="2700" dirty="0"/>
          </a:p>
        </p:txBody>
      </p:sp>
      <p:sp>
        <p:nvSpPr>
          <p:cNvPr id="8" name="Shape 6"/>
          <p:cNvSpPr/>
          <p:nvPr/>
        </p:nvSpPr>
        <p:spPr>
          <a:xfrm>
            <a:off x="952500" y="8510111"/>
            <a:ext cx="16383000" cy="1129189"/>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1379220" y="8860631"/>
            <a:ext cx="1708251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"Una conclusión que nadie ha intentado tumbar no está confirmada. Solo está, todavía, sin intentar tumbar."</a:t>
            </a:r>
            <a:endParaRPr lang="en-US" sz="21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9E9EA"/>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solidFill>
            <a:srgbClr val="F2F2F3"/>
          </a:solidFill>
          <a:ln w="7620">
            <a:solidFill>
              <a:srgbClr val="5980A6"/>
            </a:solidFill>
            <a:prstDash val="solid"/>
          </a:ln>
        </p:spPr>
        <p:txBody>
          <a:bodyPr/>
          <a:lstStyle/>
          <a:p>
            <a:endParaRPr lang="en-US"/>
          </a:p>
        </p:txBody>
      </p:sp>
      <p:sp>
        <p:nvSpPr>
          <p:cNvPr id="3" name="Text 1"/>
          <p:cNvSpPr/>
          <p:nvPr/>
        </p:nvSpPr>
        <p:spPr>
          <a:xfrm>
            <a:off x="1228487" y="1002506"/>
            <a:ext cx="286107"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4</a:t>
            </a:r>
            <a:endParaRPr lang="en-US" sz="3600" dirty="0"/>
          </a:p>
        </p:txBody>
      </p:sp>
      <p:sp>
        <p:nvSpPr>
          <p:cNvPr id="4" name="Text 2"/>
          <p:cNvSpPr/>
          <p:nvPr/>
        </p:nvSpPr>
        <p:spPr>
          <a:xfrm>
            <a:off x="1943100" y="800100"/>
            <a:ext cx="6578954"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ROL DE LA IA</a:t>
            </a:r>
            <a:endParaRPr lang="en-US" sz="1875" dirty="0"/>
          </a:p>
        </p:txBody>
      </p:sp>
      <p:sp>
        <p:nvSpPr>
          <p:cNvPr id="5" name="Text 3"/>
          <p:cNvSpPr/>
          <p:nvPr/>
        </p:nvSpPr>
        <p:spPr>
          <a:xfrm>
            <a:off x="1943100" y="1188244"/>
            <a:ext cx="6578954"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Generadora de alternativas</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Multiplica las opciones antes de comprometerse con una.</a:t>
            </a:r>
            <a:endParaRPr lang="en-US" sz="3600" dirty="0"/>
          </a:p>
        </p:txBody>
      </p:sp>
      <p:sp>
        <p:nvSpPr>
          <p:cNvPr id="7" name="Text 5"/>
          <p:cNvSpPr/>
          <p:nvPr/>
        </p:nvSpPr>
        <p:spPr>
          <a:xfrm>
            <a:off x="952500" y="4675822"/>
            <a:ext cx="15206662"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Una máquina de teñido fallaba cada veintidós días. La solución que circulaba desde hacía meses era comprar una máquina de respaldo. Al pedirle a la IA quince alternativas sin filtrar por costo, la más rentable resultó reordenar la producción para que esa máquina nunca fuera la única en la ruta crítica — una fracción del costo de la máquina de respaldo.</a:t>
            </a:r>
            <a:endParaRPr lang="en-US" sz="2700" dirty="0"/>
          </a:p>
        </p:txBody>
      </p:sp>
      <p:sp>
        <p:nvSpPr>
          <p:cNvPr id="8" name="Shape 6"/>
          <p:cNvSpPr/>
          <p:nvPr/>
        </p:nvSpPr>
        <p:spPr>
          <a:xfrm>
            <a:off x="952500" y="8081962"/>
            <a:ext cx="16383000" cy="1557338"/>
          </a:xfrm>
          <a:prstGeom prst="rect">
            <a:avLst/>
          </a:prstGeom>
          <a:solidFill>
            <a:srgbClr val="F2F2F3"/>
          </a:solidFill>
          <a:ln w="7620">
            <a:solidFill>
              <a:srgbClr val="1F1F1F">
                <a:alpha val="16000"/>
              </a:srgbClr>
            </a:solidFill>
            <a:prstDash val="solid"/>
          </a:ln>
        </p:spPr>
        <p:txBody>
          <a:bodyPr/>
          <a:lstStyle/>
          <a:p>
            <a:endParaRPr lang="en-US"/>
          </a:p>
        </p:txBody>
      </p:sp>
      <p:sp>
        <p:nvSpPr>
          <p:cNvPr id="9" name="Text 7"/>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"Comprar la máquina de respaldo no estaba mal. Estaba, simplemente, sola: era la única opción que alguien se había tomado la molestia de escribir en una hoja."</a:t>
            </a:r>
            <a:endParaRPr lang="en-US" sz="21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35631" y="1002506"/>
            <a:ext cx="271939"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5</a:t>
            </a:r>
            <a:endParaRPr lang="en-US" sz="3600" dirty="0"/>
          </a:p>
        </p:txBody>
      </p:sp>
      <p:sp>
        <p:nvSpPr>
          <p:cNvPr id="4" name="Text 2"/>
          <p:cNvSpPr/>
          <p:nvPr/>
        </p:nvSpPr>
        <p:spPr>
          <a:xfrm>
            <a:off x="1943100" y="800100"/>
            <a:ext cx="5295853"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ROL DE LA IA</a:t>
            </a:r>
            <a:endParaRPr lang="en-US" sz="1875" dirty="0"/>
          </a:p>
        </p:txBody>
      </p:sp>
      <p:sp>
        <p:nvSpPr>
          <p:cNvPr id="5" name="Text 3"/>
          <p:cNvSpPr/>
          <p:nvPr/>
        </p:nvSpPr>
        <p:spPr>
          <a:xfrm>
            <a:off x="1943100" y="1188244"/>
            <a:ext cx="5295853"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Modeladora sistémica</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Encuentra la restricción real, no solo el mapa.</a:t>
            </a:r>
            <a:endParaRPr lang="en-US" sz="3600" dirty="0"/>
          </a:p>
        </p:txBody>
      </p:sp>
      <p:sp>
        <p:nvSpPr>
          <p:cNvPr id="7" name="Text 5"/>
          <p:cNvSpPr/>
          <p:nvPr/>
        </p:nvSpPr>
        <p:spPr>
          <a:xfrm>
            <a:off x="952500" y="4675822"/>
            <a:ext cx="15206662"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Una planta mejoró soldadura, pruebas eléctricas y almacén por separado — cada mejora real y bien ejecutada. La producción total apenas creció 4%. Al mapear el flujo completo con IA, la restricción real resultó ser una sola estación de calibración operando al límite, que ninguna de las tres mejoras había tocado.</a:t>
            </a:r>
            <a:endParaRPr lang="en-US" sz="2700" dirty="0"/>
          </a:p>
        </p:txBody>
      </p:sp>
      <p:sp>
        <p:nvSpPr>
          <p:cNvPr id="8" name="Shape 6"/>
          <p:cNvSpPr/>
          <p:nvPr/>
        </p:nvSpPr>
        <p:spPr>
          <a:xfrm>
            <a:off x="952500" y="8081962"/>
            <a:ext cx="16383000" cy="1557338"/>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"No hay mérito en mejorar todo lo que se puede mejorar. Hay mérito en encontrar, primero, lo único que de verdad limitaba el resultado."</a:t>
            </a:r>
            <a:endParaRPr lang="en-US" sz="21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9E9EA"/>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solidFill>
            <a:srgbClr val="F2F2F3"/>
          </a:solidFill>
          <a:ln w="7620">
            <a:solidFill>
              <a:srgbClr val="5980A6"/>
            </a:solidFill>
            <a:prstDash val="solid"/>
          </a:ln>
        </p:spPr>
        <p:txBody>
          <a:bodyPr/>
          <a:lstStyle/>
          <a:p>
            <a:endParaRPr lang="en-US"/>
          </a:p>
        </p:txBody>
      </p:sp>
      <p:sp>
        <p:nvSpPr>
          <p:cNvPr id="3" name="Text 1"/>
          <p:cNvSpPr/>
          <p:nvPr/>
        </p:nvSpPr>
        <p:spPr>
          <a:xfrm>
            <a:off x="1235392" y="1002506"/>
            <a:ext cx="272415"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6</a:t>
            </a:r>
            <a:endParaRPr lang="en-US" sz="3600" dirty="0"/>
          </a:p>
        </p:txBody>
      </p:sp>
      <p:sp>
        <p:nvSpPr>
          <p:cNvPr id="4" name="Text 2"/>
          <p:cNvSpPr/>
          <p:nvPr/>
        </p:nvSpPr>
        <p:spPr>
          <a:xfrm>
            <a:off x="1943100" y="800100"/>
            <a:ext cx="538425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ROL DE LA IA</a:t>
            </a:r>
            <a:endParaRPr lang="en-US" sz="1875" dirty="0"/>
          </a:p>
        </p:txBody>
      </p:sp>
      <p:sp>
        <p:nvSpPr>
          <p:cNvPr id="5" name="Text 3"/>
          <p:cNvSpPr/>
          <p:nvPr/>
        </p:nvSpPr>
        <p:spPr>
          <a:xfrm>
            <a:off x="1943100" y="1188244"/>
            <a:ext cx="5384256"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Simuladora de riesgos</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Compara riesgos por gravedad, probabilidad y detección.</a:t>
            </a:r>
            <a:endParaRPr lang="en-US" sz="3600" dirty="0"/>
          </a:p>
        </p:txBody>
      </p:sp>
      <p:sp>
        <p:nvSpPr>
          <p:cNvPr id="7" name="Text 5"/>
          <p:cNvSpPr/>
          <p:nvPr/>
        </p:nvSpPr>
        <p:spPr>
          <a:xfrm>
            <a:off x="952500" y="4889897"/>
            <a:ext cx="15206662"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Antes de lanzar un nuevo proceso de esterilización, la IA recorrió cada etapa listando más de veinte formas de falla, valorando gravedad, probabilidad y facilidad de detección. El riesgo más discutido en la sala resultó el más fácil de detectar a tiempo; el riesgo real era una variación de temperatura casi invisible hasta que el producto ya estaba empacado.</a:t>
            </a:r>
            <a:endParaRPr lang="en-US" sz="2700" dirty="0"/>
          </a:p>
        </p:txBody>
      </p:sp>
      <p:sp>
        <p:nvSpPr>
          <p:cNvPr id="8" name="Shape 6"/>
          <p:cNvSpPr/>
          <p:nvPr/>
        </p:nvSpPr>
        <p:spPr>
          <a:xfrm>
            <a:off x="952500" y="8510111"/>
            <a:ext cx="16383000" cy="1129189"/>
          </a:xfrm>
          <a:prstGeom prst="rect">
            <a:avLst/>
          </a:prstGeom>
          <a:solidFill>
            <a:srgbClr val="F2F2F3"/>
          </a:solidFill>
          <a:ln w="7620">
            <a:solidFill>
              <a:srgbClr val="1F1F1F">
                <a:alpha val="16000"/>
              </a:srgbClr>
            </a:solidFill>
            <a:prstDash val="solid"/>
          </a:ln>
        </p:spPr>
        <p:txBody>
          <a:bodyPr/>
          <a:lstStyle/>
          <a:p>
            <a:endParaRPr lang="en-US"/>
          </a:p>
        </p:txBody>
      </p:sp>
      <p:sp>
        <p:nvSpPr>
          <p:cNvPr id="9" name="Text 7"/>
          <p:cNvSpPr/>
          <p:nvPr/>
        </p:nvSpPr>
        <p:spPr>
          <a:xfrm>
            <a:off x="1379220" y="8860631"/>
            <a:ext cx="1708251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"El riesgo que más miedo da casi nunca es el más peligroso. Es, simplemente, el más fácil de imaginar en voz alta."</a:t>
            </a:r>
            <a:endParaRPr lang="en-US" sz="217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2F3"/>
        </a:solidFill>
        <a:effectLst/>
      </p:bgPr>
    </p:bg>
    <p:spTree>
      <p:nvGrpSpPr>
        <p:cNvPr id="1" name=""/>
        <p:cNvGrpSpPr/>
        <p:nvPr/>
      </p:nvGrpSpPr>
      <p:grpSpPr>
        <a:xfrm>
          <a:off x="0" y="0"/>
          <a:ext cx="0" cy="0"/>
          <a:chOff x="0" y="0"/>
          <a:chExt cx="0" cy="0"/>
        </a:xfrm>
      </p:grpSpPr>
      <p:sp>
        <p:nvSpPr>
          <p:cNvPr id="2" name="Shape 0"/>
          <p:cNvSpPr/>
          <p:nvPr/>
        </p:nvSpPr>
        <p:spPr>
          <a:xfrm>
            <a:off x="952500" y="975836"/>
            <a:ext cx="762000" cy="762000"/>
          </a:xfrm>
          <a:prstGeom prst="rect">
            <a:avLst/>
          </a:prstGeom>
          <a:ln w="7620">
            <a:solidFill>
              <a:srgbClr val="5980A6"/>
            </a:solidFill>
            <a:prstDash val="solid"/>
          </a:ln>
        </p:spPr>
        <p:txBody>
          <a:bodyPr/>
          <a:lstStyle/>
          <a:p>
            <a:endParaRPr lang="en-US"/>
          </a:p>
        </p:txBody>
      </p:sp>
      <p:sp>
        <p:nvSpPr>
          <p:cNvPr id="3" name="Text 1"/>
          <p:cNvSpPr/>
          <p:nvPr/>
        </p:nvSpPr>
        <p:spPr>
          <a:xfrm>
            <a:off x="1243846" y="1002506"/>
            <a:ext cx="255508"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7</a:t>
            </a:r>
            <a:endParaRPr lang="en-US" sz="3600" dirty="0"/>
          </a:p>
        </p:txBody>
      </p:sp>
      <p:sp>
        <p:nvSpPr>
          <p:cNvPr id="4" name="Text 2"/>
          <p:cNvSpPr/>
          <p:nvPr/>
        </p:nvSpPr>
        <p:spPr>
          <a:xfrm>
            <a:off x="1943100" y="800100"/>
            <a:ext cx="7685508"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188" dirty="0">
                <a:solidFill>
                  <a:srgbClr val="416180"/>
                </a:solidFill>
                <a:latin typeface="Barlow Condensed" pitchFamily="34" charset="0"/>
                <a:ea typeface="Barlow Condensed" pitchFamily="34" charset="-122"/>
                <a:cs typeface="Barlow Condensed" pitchFamily="34" charset="-120"/>
              </a:rPr>
              <a:t>ROL DE LA IA</a:t>
            </a:r>
            <a:endParaRPr lang="en-US" sz="1875" dirty="0"/>
          </a:p>
        </p:txBody>
      </p:sp>
      <p:sp>
        <p:nvSpPr>
          <p:cNvPr id="5" name="Text 3"/>
          <p:cNvSpPr/>
          <p:nvPr/>
        </p:nvSpPr>
        <p:spPr>
          <a:xfrm>
            <a:off x="1943100" y="1188244"/>
            <a:ext cx="7685508"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Documentadora del aprendizaje</a:t>
            </a:r>
            <a:endParaRPr lang="en-US" sz="5100" dirty="0"/>
          </a:p>
        </p:txBody>
      </p:sp>
      <p:sp>
        <p:nvSpPr>
          <p:cNvPr id="6" name="Text 4"/>
          <p:cNvSpPr/>
          <p:nvPr/>
        </p:nvSpPr>
        <p:spPr>
          <a:xfrm>
            <a:off x="952500" y="2332673"/>
            <a:ext cx="180213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Condensed" pitchFamily="34" charset="0"/>
                <a:ea typeface="Barlow Condensed" pitchFamily="34" charset="-122"/>
                <a:cs typeface="Barlow Condensed" pitchFamily="34" charset="-120"/>
              </a:rPr>
              <a:t>Conecta el registro de hoy con los de decisiones parecidas.</a:t>
            </a:r>
            <a:endParaRPr lang="en-US" sz="3600" dirty="0"/>
          </a:p>
        </p:txBody>
      </p:sp>
      <p:sp>
        <p:nvSpPr>
          <p:cNvPr id="7" name="Text 5"/>
          <p:cNvSpPr/>
          <p:nvPr/>
        </p:nvSpPr>
        <p:spPr>
          <a:xfrm>
            <a:off x="952500" y="4675822"/>
            <a:ext cx="15206662" cy="2095500"/>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D1F21">
                    <a:alpha val="55000"/>
                  </a:srgbClr>
                </a:solidFill>
                <a:latin typeface="Barlow" pitchFamily="34" charset="0"/>
                <a:ea typeface="Barlow" pitchFamily="34" charset="-122"/>
                <a:cs typeface="Barlow" pitchFamily="34" charset="-120"/>
              </a:rPr>
              <a:t>El mismo problema de pérdida de velocidad en cambio de turno se había "resuelto" cuatro veces en tres años, con cuatro soluciones distintas que nunca sobrevivieron más de seis meses. Al pedirle a la IA revisar tres años de minutas y correos, el patrón se hizo visible por primera vez: la planta no tenía un problema de aprendizaje. Tenía un problema de memoria.</a:t>
            </a:r>
            <a:endParaRPr lang="en-US" sz="2700" dirty="0"/>
          </a:p>
        </p:txBody>
      </p:sp>
      <p:sp>
        <p:nvSpPr>
          <p:cNvPr id="8" name="Shape 6"/>
          <p:cNvSpPr/>
          <p:nvPr/>
        </p:nvSpPr>
        <p:spPr>
          <a:xfrm>
            <a:off x="952500" y="8081962"/>
            <a:ext cx="16383000" cy="1557338"/>
          </a:xfrm>
          <a:prstGeom prst="rect">
            <a:avLst/>
          </a:prstGeom>
          <a:ln w="7620">
            <a:solidFill>
              <a:srgbClr val="1F1F1F">
                <a:alpha val="16000"/>
              </a:srgbClr>
            </a:solidFill>
            <a:prstDash val="solid"/>
          </a:ln>
        </p:spPr>
        <p:txBody>
          <a:bodyPr/>
          <a:lstStyle/>
          <a:p>
            <a:endParaRPr lang="en-US"/>
          </a:p>
        </p:txBody>
      </p:sp>
      <p:sp>
        <p:nvSpPr>
          <p:cNvPr id="9" name="Text 7"/>
          <p:cNvSpPr/>
          <p:nvPr/>
        </p:nvSpPr>
        <p:spPr>
          <a:xfrm>
            <a:off x="1379220" y="8432482"/>
            <a:ext cx="15995447" cy="894398"/>
          </a:xfrm>
          <a:prstGeom prst="rect">
            <a:avLst/>
          </a:prstGeom>
          <a:noFill/>
          <a:ln/>
        </p:spPr>
        <p:txBody>
          <a:bodyPr wrap="square" lIns="25400" tIns="25400" rIns="25400" bIns="25400" rtlCol="0" anchor="t">
            <a:normAutofit/>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"La quinta solución a un problema casi nunca falla por mala. Falla porque nadie le dijo que ya existían otras cuatro, y por qué ninguna sobrevivió."</a:t>
            </a:r>
            <a:endParaRPr lang="en-US" sz="21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6240125"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Cómo usar IA sin perder criterio</a:t>
            </a:r>
            <a:endParaRPr lang="en-US" sz="5100" dirty="0"/>
          </a:p>
        </p:txBody>
      </p:sp>
      <p:sp>
        <p:nvSpPr>
          <p:cNvPr id="3" name="Shape 1"/>
          <p:cNvSpPr/>
          <p:nvPr/>
        </p:nvSpPr>
        <p:spPr>
          <a:xfrm>
            <a:off x="952500" y="1868329"/>
            <a:ext cx="5295900" cy="6061234"/>
          </a:xfrm>
          <a:prstGeom prst="rect">
            <a:avLst/>
          </a:prstGeom>
          <a:ln w="7620">
            <a:solidFill>
              <a:srgbClr val="1F1F1F">
                <a:alpha val="16000"/>
              </a:srgbClr>
            </a:solidFill>
            <a:prstDash val="solid"/>
          </a:ln>
        </p:spPr>
        <p:txBody>
          <a:bodyPr/>
          <a:lstStyle/>
          <a:p>
            <a:endParaRPr lang="en-US"/>
          </a:p>
        </p:txBody>
      </p:sp>
      <p:sp>
        <p:nvSpPr>
          <p:cNvPr id="4" name="Text 2"/>
          <p:cNvSpPr/>
          <p:nvPr/>
        </p:nvSpPr>
        <p:spPr>
          <a:xfrm>
            <a:off x="1283970" y="2199799"/>
            <a:ext cx="509625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Examinar lo ya pensado</a:t>
            </a:r>
            <a:endParaRPr lang="en-US" sz="2175" dirty="0"/>
          </a:p>
        </p:txBody>
      </p:sp>
      <p:sp>
        <p:nvSpPr>
          <p:cNvPr id="5" name="Text 3"/>
          <p:cNvSpPr/>
          <p:nvPr/>
        </p:nvSpPr>
        <p:spPr>
          <a:xfrm>
            <a:off x="1283970" y="2742247"/>
            <a:ext cx="509625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Espejo · Analista · Cuestionador</a:t>
            </a:r>
            <a:endParaRPr lang="en-US" sz="1875" dirty="0"/>
          </a:p>
        </p:txBody>
      </p:sp>
      <p:sp>
        <p:nvSpPr>
          <p:cNvPr id="6" name="Shape 4"/>
          <p:cNvSpPr/>
          <p:nvPr/>
        </p:nvSpPr>
        <p:spPr>
          <a:xfrm>
            <a:off x="6496050" y="1868329"/>
            <a:ext cx="5295900" cy="6061234"/>
          </a:xfrm>
          <a:prstGeom prst="rect">
            <a:avLst/>
          </a:prstGeom>
          <a:ln w="7620">
            <a:solidFill>
              <a:srgbClr val="1F1F1F">
                <a:alpha val="16000"/>
              </a:srgbClr>
            </a:solidFill>
            <a:prstDash val="solid"/>
          </a:ln>
        </p:spPr>
        <p:txBody>
          <a:bodyPr/>
          <a:lstStyle/>
          <a:p>
            <a:endParaRPr lang="en-US"/>
          </a:p>
        </p:txBody>
      </p:sp>
      <p:sp>
        <p:nvSpPr>
          <p:cNvPr id="7" name="Text 5"/>
          <p:cNvSpPr/>
          <p:nvPr/>
        </p:nvSpPr>
        <p:spPr>
          <a:xfrm>
            <a:off x="6827520" y="2199799"/>
            <a:ext cx="509625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416180"/>
                </a:solidFill>
                <a:latin typeface="Barlow Condensed" pitchFamily="34" charset="0"/>
                <a:ea typeface="Barlow Condensed" pitchFamily="34" charset="-122"/>
                <a:cs typeface="Barlow Condensed" pitchFamily="34" charset="-120"/>
              </a:rPr>
              <a:t>Expandir lo no considerado</a:t>
            </a:r>
            <a:endParaRPr lang="en-US" sz="2175" dirty="0"/>
          </a:p>
        </p:txBody>
      </p:sp>
      <p:sp>
        <p:nvSpPr>
          <p:cNvPr id="8" name="Text 6"/>
          <p:cNvSpPr/>
          <p:nvPr/>
        </p:nvSpPr>
        <p:spPr>
          <a:xfrm>
            <a:off x="6827520" y="2742247"/>
            <a:ext cx="509625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Alternativas · Sistema · Riesgos</a:t>
            </a:r>
            <a:endParaRPr lang="en-US" sz="1875" dirty="0"/>
          </a:p>
        </p:txBody>
      </p:sp>
      <p:sp>
        <p:nvSpPr>
          <p:cNvPr id="9" name="Shape 7"/>
          <p:cNvSpPr/>
          <p:nvPr/>
        </p:nvSpPr>
        <p:spPr>
          <a:xfrm>
            <a:off x="12039600" y="1868329"/>
            <a:ext cx="5295900" cy="6061234"/>
          </a:xfrm>
          <a:prstGeom prst="rect">
            <a:avLst/>
          </a:prstGeom>
          <a:ln w="7620">
            <a:solidFill>
              <a:srgbClr val="5980A6"/>
            </a:solidFill>
            <a:prstDash val="solid"/>
          </a:ln>
        </p:spPr>
        <p:txBody>
          <a:bodyPr/>
          <a:lstStyle/>
          <a:p>
            <a:endParaRPr lang="en-US"/>
          </a:p>
        </p:txBody>
      </p:sp>
      <p:sp>
        <p:nvSpPr>
          <p:cNvPr id="10" name="Text 8"/>
          <p:cNvSpPr/>
          <p:nvPr/>
        </p:nvSpPr>
        <p:spPr>
          <a:xfrm>
            <a:off x="12371070" y="2199799"/>
            <a:ext cx="509625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2C455D"/>
                </a:solidFill>
                <a:latin typeface="Barlow Condensed" pitchFamily="34" charset="0"/>
                <a:ea typeface="Barlow Condensed" pitchFamily="34" charset="-122"/>
                <a:cs typeface="Barlow Condensed" pitchFamily="34" charset="-120"/>
              </a:rPr>
              <a:t>Que lo aprendido sirva después</a:t>
            </a:r>
            <a:endParaRPr lang="en-US" sz="2175" dirty="0"/>
          </a:p>
        </p:txBody>
      </p:sp>
      <p:sp>
        <p:nvSpPr>
          <p:cNvPr id="11" name="Text 9"/>
          <p:cNvSpPr/>
          <p:nvPr/>
        </p:nvSpPr>
        <p:spPr>
          <a:xfrm>
            <a:off x="12371070" y="2742247"/>
            <a:ext cx="509625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Documentador del aprendizaje</a:t>
            </a:r>
            <a:endParaRPr lang="en-US" sz="1875" dirty="0"/>
          </a:p>
        </p:txBody>
      </p:sp>
      <p:sp>
        <p:nvSpPr>
          <p:cNvPr id="12" name="Shape 10"/>
          <p:cNvSpPr/>
          <p:nvPr/>
        </p:nvSpPr>
        <p:spPr>
          <a:xfrm>
            <a:off x="952500" y="8234363"/>
            <a:ext cx="16383000" cy="1404938"/>
          </a:xfrm>
          <a:prstGeom prst="rect">
            <a:avLst/>
          </a:prstGeom>
          <a:solidFill>
            <a:srgbClr val="1D2D3D"/>
          </a:solidFill>
          <a:ln w="7620">
            <a:solidFill>
              <a:srgbClr val="1D2D3D"/>
            </a:solidFill>
            <a:prstDash val="solid"/>
          </a:ln>
        </p:spPr>
        <p:txBody>
          <a:bodyPr/>
          <a:lstStyle/>
          <a:p>
            <a:endParaRPr lang="en-US"/>
          </a:p>
        </p:txBody>
      </p:sp>
      <p:sp>
        <p:nvSpPr>
          <p:cNvPr id="13" name="Text 11"/>
          <p:cNvSpPr/>
          <p:nvPr/>
        </p:nvSpPr>
        <p:spPr>
          <a:xfrm>
            <a:off x="1303020" y="8508683"/>
            <a:ext cx="16173450" cy="894397"/>
          </a:xfrm>
          <a:prstGeom prst="rect">
            <a:avLst/>
          </a:prstGeom>
          <a:noFill/>
          <a:ln/>
        </p:spPr>
        <p:txBody>
          <a:bodyPr wrap="square" lIns="25400" tIns="25400" rIns="25400" bIns="25400" rtlCol="0" anchor="t">
            <a:normAutofit/>
          </a:bodyPr>
          <a:lstStyle/>
          <a:p>
            <a:pPr marL="0" indent="0" algn="l">
              <a:lnSpc>
                <a:spcPct val="126359"/>
              </a:lnSpc>
              <a:buNone/>
            </a:pPr>
            <a:r>
              <a:rPr lang="en-US" sz="2175" b="1" dirty="0">
                <a:solidFill>
                  <a:srgbClr val="F2F2F3"/>
                </a:solidFill>
                <a:latin typeface="Barlow" pitchFamily="34" charset="0"/>
                <a:ea typeface="Barlow" pitchFamily="34" charset="-122"/>
                <a:cs typeface="Barlow" pitchFamily="34" charset="-120"/>
              </a:rPr>
              <a:t>Antes de pedirle algo a un sistema: ¿qué rol necesito? ¿trato la respuesta como insumo o ya como decisión? ¿quién se da cuenta si está mal, y cuándo?</a:t>
            </a:r>
            <a:endParaRPr lang="en-US" sz="21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6240125"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Cuando usar los 7 Roles de la IA</a:t>
            </a:r>
            <a:endParaRPr lang="en-US" sz="5100" dirty="0"/>
          </a:p>
        </p:txBody>
      </p:sp>
      <p:pic>
        <p:nvPicPr>
          <p:cNvPr id="4" name="Imagen 3">
            <a:extLst>
              <a:ext uri="{FF2B5EF4-FFF2-40B4-BE49-F238E27FC236}">
                <a16:creationId xmlns:a16="http://schemas.microsoft.com/office/drawing/2014/main" id="{AC211483-E558-8F81-910E-51CE34D6E1B9}"/>
              </a:ext>
            </a:extLst>
          </p:cNvPr>
          <p:cNvPicPr>
            <a:picLocks noChangeAspect="1"/>
          </p:cNvPicPr>
          <p:nvPr/>
        </p:nvPicPr>
        <p:blipFill>
          <a:blip r:embed="rId3"/>
          <a:srcRect l="4688" t="17580" r="4791" b="2577"/>
          <a:stretch>
            <a:fillRect/>
          </a:stretch>
        </p:blipFill>
        <p:spPr>
          <a:xfrm>
            <a:off x="3581400" y="1563528"/>
            <a:ext cx="14386560" cy="8459761"/>
          </a:xfrm>
          <a:prstGeom prst="rect">
            <a:avLst/>
          </a:prstGeom>
        </p:spPr>
      </p:pic>
      <p:pic>
        <p:nvPicPr>
          <p:cNvPr id="6" name="Imagen 5">
            <a:extLst>
              <a:ext uri="{FF2B5EF4-FFF2-40B4-BE49-F238E27FC236}">
                <a16:creationId xmlns:a16="http://schemas.microsoft.com/office/drawing/2014/main" id="{0C769190-8597-B616-5193-11CFBF7DDB43}"/>
              </a:ext>
            </a:extLst>
          </p:cNvPr>
          <p:cNvPicPr>
            <a:picLocks noChangeAspect="1"/>
          </p:cNvPicPr>
          <p:nvPr/>
        </p:nvPicPr>
        <p:blipFill>
          <a:blip r:embed="rId3"/>
          <a:srcRect l="4688" t="8936" r="4791" b="83859"/>
          <a:stretch>
            <a:fillRect/>
          </a:stretch>
        </p:blipFill>
        <p:spPr>
          <a:xfrm>
            <a:off x="3322320" y="5143500"/>
            <a:ext cx="14386560" cy="763427"/>
          </a:xfrm>
          <a:prstGeom prst="rect">
            <a:avLst/>
          </a:prstGeom>
        </p:spPr>
      </p:pic>
      <p:sp>
        <p:nvSpPr>
          <p:cNvPr id="8" name="Text 7">
            <a:extLst>
              <a:ext uri="{FF2B5EF4-FFF2-40B4-BE49-F238E27FC236}">
                <a16:creationId xmlns:a16="http://schemas.microsoft.com/office/drawing/2014/main" id="{0928849D-CD07-6391-FBB3-E3859DCE86C5}"/>
              </a:ext>
            </a:extLst>
          </p:cNvPr>
          <p:cNvSpPr/>
          <p:nvPr/>
        </p:nvSpPr>
        <p:spPr>
          <a:xfrm>
            <a:off x="434341" y="2432512"/>
            <a:ext cx="3009900" cy="4715048"/>
          </a:xfrm>
          <a:prstGeom prst="rect">
            <a:avLst/>
          </a:prstGeom>
          <a:noFill/>
          <a:ln/>
        </p:spPr>
        <p:txBody>
          <a:bodyPr wrap="square" lIns="25400" tIns="25400" rIns="25400" bIns="25400" rtlCol="0" anchor="t">
            <a:normAutofit fontScale="92500" lnSpcReduction="10000"/>
          </a:bodyPr>
          <a:lstStyle/>
          <a:p>
            <a:pPr marL="0" indent="0" algn="l">
              <a:lnSpc>
                <a:spcPct val="130669"/>
              </a:lnSpc>
              <a:buNone/>
            </a:pPr>
            <a:r>
              <a:rPr lang="en-US" sz="2175" i="1" dirty="0">
                <a:solidFill>
                  <a:srgbClr val="1D1F20"/>
                </a:solidFill>
                <a:latin typeface="Barlow" pitchFamily="34" charset="0"/>
                <a:ea typeface="Barlow" pitchFamily="34" charset="-122"/>
                <a:cs typeface="Barlow" pitchFamily="34" charset="-120"/>
              </a:rPr>
              <a:t>La </a:t>
            </a:r>
            <a:r>
              <a:rPr lang="en-US" sz="2175" i="1" dirty="0" err="1">
                <a:solidFill>
                  <a:srgbClr val="1D1F20"/>
                </a:solidFill>
                <a:latin typeface="Barlow" pitchFamily="34" charset="0"/>
                <a:ea typeface="Barlow" pitchFamily="34" charset="-122"/>
                <a:cs typeface="Barlow" pitchFamily="34" charset="-120"/>
              </a:rPr>
              <a:t>siguiente</a:t>
            </a:r>
            <a:r>
              <a:rPr lang="en-US" sz="2175" i="1" dirty="0">
                <a:solidFill>
                  <a:srgbClr val="1D1F20"/>
                </a:solidFill>
                <a:latin typeface="Barlow" pitchFamily="34" charset="0"/>
                <a:ea typeface="Barlow" pitchFamily="34" charset="-122"/>
                <a:cs typeface="Barlow" pitchFamily="34" charset="-120"/>
              </a:rPr>
              <a:t> table resume, para las </a:t>
            </a:r>
            <a:r>
              <a:rPr lang="en-US" sz="2175" i="1" dirty="0" err="1">
                <a:solidFill>
                  <a:srgbClr val="1D1F20"/>
                </a:solidFill>
                <a:latin typeface="Barlow" pitchFamily="34" charset="0"/>
                <a:ea typeface="Barlow" pitchFamily="34" charset="-122"/>
                <a:cs typeface="Barlow" pitchFamily="34" charset="-120"/>
              </a:rPr>
              <a:t>situaciones</a:t>
            </a:r>
            <a:r>
              <a:rPr lang="en-US" sz="2175" i="1" dirty="0">
                <a:solidFill>
                  <a:srgbClr val="1D1F20"/>
                </a:solidFill>
                <a:latin typeface="Barlow" pitchFamily="34" charset="0"/>
                <a:ea typeface="Barlow" pitchFamily="34" charset="-122"/>
                <a:cs typeface="Barlow" pitchFamily="34" charset="-120"/>
              </a:rPr>
              <a:t> </a:t>
            </a:r>
            <a:r>
              <a:rPr lang="en-US" sz="2175" i="1" dirty="0" err="1">
                <a:solidFill>
                  <a:srgbClr val="1D1F20"/>
                </a:solidFill>
                <a:latin typeface="Barlow" pitchFamily="34" charset="0"/>
                <a:ea typeface="Barlow" pitchFamily="34" charset="-122"/>
                <a:cs typeface="Barlow" pitchFamily="34" charset="-120"/>
              </a:rPr>
              <a:t>en</a:t>
            </a:r>
            <a:r>
              <a:rPr lang="en-US" sz="2175" i="1" dirty="0">
                <a:solidFill>
                  <a:srgbClr val="1D1F20"/>
                </a:solidFill>
                <a:latin typeface="Barlow" pitchFamily="34" charset="0"/>
                <a:ea typeface="Barlow" pitchFamily="34" charset="-122"/>
                <a:cs typeface="Barlow" pitchFamily="34" charset="-120"/>
              </a:rPr>
              <a:t> </a:t>
            </a:r>
            <a:r>
              <a:rPr lang="en-US" sz="2175" i="1" dirty="0" err="1">
                <a:solidFill>
                  <a:srgbClr val="1D1F20"/>
                </a:solidFill>
                <a:latin typeface="Barlow" pitchFamily="34" charset="0"/>
                <a:ea typeface="Barlow" pitchFamily="34" charset="-122"/>
                <a:cs typeface="Barlow" pitchFamily="34" charset="-120"/>
              </a:rPr>
              <a:t>una</a:t>
            </a:r>
            <a:r>
              <a:rPr lang="en-US" sz="2175" i="1" dirty="0">
                <a:solidFill>
                  <a:srgbClr val="1D1F20"/>
                </a:solidFill>
                <a:latin typeface="Barlow" pitchFamily="34" charset="0"/>
                <a:ea typeface="Barlow" pitchFamily="34" charset="-122"/>
                <a:cs typeface="Barlow" pitchFamily="34" charset="-120"/>
              </a:rPr>
              <a:t> </a:t>
            </a:r>
            <a:r>
              <a:rPr lang="en-US" sz="2175" i="1" dirty="0" err="1">
                <a:solidFill>
                  <a:srgbClr val="1D1F20"/>
                </a:solidFill>
                <a:latin typeface="Barlow" pitchFamily="34" charset="0"/>
                <a:ea typeface="Barlow" pitchFamily="34" charset="-122"/>
                <a:cs typeface="Barlow" pitchFamily="34" charset="-120"/>
              </a:rPr>
              <a:t>operacion</a:t>
            </a:r>
            <a:r>
              <a:rPr lang="en-US" sz="2175" i="1" dirty="0">
                <a:solidFill>
                  <a:srgbClr val="1D1F20"/>
                </a:solidFill>
                <a:latin typeface="Barlow" pitchFamily="34" charset="0"/>
                <a:ea typeface="Barlow" pitchFamily="34" charset="-122"/>
                <a:cs typeface="Barlow" pitchFamily="34" charset="-120"/>
              </a:rPr>
              <a:t> real, </a:t>
            </a:r>
            <a:r>
              <a:rPr lang="en-US" sz="2175" i="1" dirty="0" err="1">
                <a:solidFill>
                  <a:srgbClr val="1D1F20"/>
                </a:solidFill>
                <a:latin typeface="Barlow" pitchFamily="34" charset="0"/>
                <a:ea typeface="Barlow" pitchFamily="34" charset="-122"/>
                <a:cs typeface="Barlow" pitchFamily="34" charset="-120"/>
              </a:rPr>
              <a:t>qué</a:t>
            </a:r>
            <a:r>
              <a:rPr lang="en-US" sz="2175" i="1" dirty="0">
                <a:solidFill>
                  <a:srgbClr val="1D1F20"/>
                </a:solidFill>
                <a:latin typeface="Barlow" pitchFamily="34" charset="0"/>
                <a:ea typeface="Barlow" pitchFamily="34" charset="-122"/>
                <a:cs typeface="Barlow" pitchFamily="34" charset="-120"/>
              </a:rPr>
              <a:t> </a:t>
            </a:r>
            <a:r>
              <a:rPr lang="en-US" sz="2175" i="1" dirty="0" err="1">
                <a:solidFill>
                  <a:srgbClr val="1D1F20"/>
                </a:solidFill>
                <a:latin typeface="Barlow" pitchFamily="34" charset="0"/>
                <a:ea typeface="Barlow" pitchFamily="34" charset="-122"/>
                <a:cs typeface="Barlow" pitchFamily="34" charset="-120"/>
              </a:rPr>
              <a:t>pilares</a:t>
            </a:r>
            <a:r>
              <a:rPr lang="en-US" sz="2175" i="1" dirty="0">
                <a:solidFill>
                  <a:srgbClr val="1D1F20"/>
                </a:solidFill>
                <a:latin typeface="Barlow" pitchFamily="34" charset="0"/>
                <a:ea typeface="Barlow" pitchFamily="34" charset="-122"/>
                <a:cs typeface="Barlow" pitchFamily="34" charset="-120"/>
              </a:rPr>
              <a:t> sin indispensables (</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cuales</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son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utiles</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pero</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opcionales</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 y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cuales</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raramente</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son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necesarios</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en</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ese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contexto</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 .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Ningún</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valor de </a:t>
            </a:r>
            <a:r>
              <a:rPr lang="en-US" sz="2175" dirty="0" err="1">
                <a:solidFill>
                  <a:srgbClr val="1D1F20"/>
                </a:solidFill>
                <a:latin typeface="Barlow" pitchFamily="34" charset="0"/>
                <a:ea typeface="Barlow" pitchFamily="34" charset="-122"/>
                <a:cs typeface="Barlow" pitchFamily="34" charset="-120"/>
                <a:sym typeface="Wingdings 2" panose="05020102010507070707" pitchFamily="18" charset="2"/>
              </a:rPr>
              <a:t>esta</a:t>
            </a:r>
            <a:r>
              <a:rPr lang="en-US" sz="2175" dirty="0">
                <a:solidFill>
                  <a:srgbClr val="1D1F20"/>
                </a:solidFill>
                <a:latin typeface="Barlow" pitchFamily="34" charset="0"/>
                <a:ea typeface="Barlow" pitchFamily="34" charset="-122"/>
                <a:cs typeface="Barlow" pitchFamily="34" charset="-120"/>
                <a:sym typeface="Wingdings 2" panose="05020102010507070707" pitchFamily="18" charset="2"/>
              </a:rPr>
              <a:t> table es absolute</a:t>
            </a:r>
            <a:r>
              <a:rPr lang="en-US" sz="2175" i="1" dirty="0">
                <a:solidFill>
                  <a:srgbClr val="1D1F20"/>
                </a:solidFill>
                <a:latin typeface="Barlow" pitchFamily="34" charset="0"/>
                <a:ea typeface="Barlow" pitchFamily="34" charset="-122"/>
                <a:cs typeface="Barlow" pitchFamily="34" charset="-120"/>
                <a:sym typeface="Wingdings 2" panose="05020102010507070707" pitchFamily="18" charset="2"/>
              </a:rPr>
              <a:t>: el </a:t>
            </a:r>
            <a:r>
              <a:rPr lang="en-US" sz="2175" i="1" dirty="0" err="1">
                <a:solidFill>
                  <a:srgbClr val="1D1F20"/>
                </a:solidFill>
                <a:latin typeface="Barlow" pitchFamily="34" charset="0"/>
                <a:ea typeface="Barlow" pitchFamily="34" charset="-122"/>
                <a:cs typeface="Barlow" pitchFamily="34" charset="-120"/>
                <a:sym typeface="Wingdings 2" panose="05020102010507070707" pitchFamily="18" charset="2"/>
              </a:rPr>
              <a:t>criterio</a:t>
            </a:r>
            <a:r>
              <a:rPr lang="en-US" sz="2175" i="1" dirty="0">
                <a:solidFill>
                  <a:srgbClr val="1D1F20"/>
                </a:solidFill>
                <a:latin typeface="Barlow" pitchFamily="34" charset="0"/>
                <a:ea typeface="Barlow" pitchFamily="34" charset="-122"/>
                <a:cs typeface="Barlow" pitchFamily="34" charset="-120"/>
                <a:sym typeface="Wingdings 2" panose="05020102010507070707" pitchFamily="18" charset="2"/>
              </a:rPr>
              <a:t> de </a:t>
            </a:r>
            <a:r>
              <a:rPr lang="en-US" sz="2175" i="1" dirty="0" err="1">
                <a:solidFill>
                  <a:srgbClr val="1D1F20"/>
                </a:solidFill>
                <a:latin typeface="Barlow" pitchFamily="34" charset="0"/>
                <a:ea typeface="Barlow" pitchFamily="34" charset="-122"/>
                <a:cs typeface="Barlow" pitchFamily="34" charset="-120"/>
                <a:sym typeface="Wingdings 2" panose="05020102010507070707" pitchFamily="18" charset="2"/>
              </a:rPr>
              <a:t>quien</a:t>
            </a:r>
            <a:r>
              <a:rPr lang="en-US" sz="2175" i="1" dirty="0">
                <a:solidFill>
                  <a:srgbClr val="1D1F20"/>
                </a:solidFill>
                <a:latin typeface="Barlow" pitchFamily="34" charset="0"/>
                <a:ea typeface="Barlow" pitchFamily="34" charset="-122"/>
                <a:cs typeface="Barlow" pitchFamily="34" charset="-120"/>
                <a:sym typeface="Wingdings 2" panose="05020102010507070707" pitchFamily="18" charset="2"/>
              </a:rPr>
              <a:t> decide SIEMPRE </a:t>
            </a:r>
            <a:r>
              <a:rPr lang="en-US" sz="2175" i="1" dirty="0" err="1">
                <a:solidFill>
                  <a:srgbClr val="1D1F20"/>
                </a:solidFill>
                <a:latin typeface="Barlow" pitchFamily="34" charset="0"/>
                <a:ea typeface="Barlow" pitchFamily="34" charset="-122"/>
                <a:cs typeface="Barlow" pitchFamily="34" charset="-120"/>
                <a:sym typeface="Wingdings 2" panose="05020102010507070707" pitchFamily="18" charset="2"/>
              </a:rPr>
              <a:t>tiene</a:t>
            </a:r>
            <a:r>
              <a:rPr lang="en-US" sz="2175" i="1" dirty="0">
                <a:solidFill>
                  <a:srgbClr val="1D1F20"/>
                </a:solidFill>
                <a:latin typeface="Barlow" pitchFamily="34" charset="0"/>
                <a:ea typeface="Barlow" pitchFamily="34" charset="-122"/>
                <a:cs typeface="Barlow" pitchFamily="34" charset="-120"/>
                <a:sym typeface="Wingdings 2" panose="05020102010507070707" pitchFamily="18" charset="2"/>
              </a:rPr>
              <a:t> la </a:t>
            </a:r>
            <a:r>
              <a:rPr lang="en-US" sz="2175" i="1" dirty="0" err="1">
                <a:solidFill>
                  <a:srgbClr val="1D1F20"/>
                </a:solidFill>
                <a:latin typeface="Barlow" pitchFamily="34" charset="0"/>
                <a:ea typeface="Barlow" pitchFamily="34" charset="-122"/>
                <a:cs typeface="Barlow" pitchFamily="34" charset="-120"/>
                <a:sym typeface="Wingdings 2" panose="05020102010507070707" pitchFamily="18" charset="2"/>
              </a:rPr>
              <a:t>última</a:t>
            </a:r>
            <a:r>
              <a:rPr lang="en-US" sz="2175" i="1" dirty="0">
                <a:solidFill>
                  <a:srgbClr val="1D1F20"/>
                </a:solidFill>
                <a:latin typeface="Barlow" pitchFamily="34" charset="0"/>
                <a:ea typeface="Barlow" pitchFamily="34" charset="-122"/>
                <a:cs typeface="Barlow" pitchFamily="34" charset="-120"/>
                <a:sym typeface="Wingdings 2" panose="05020102010507070707" pitchFamily="18" charset="2"/>
              </a:rPr>
              <a:t> palabra. </a:t>
            </a:r>
            <a:endParaRPr lang="en-US" sz="21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9E9EA"/>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kern="0" spc="263" dirty="0">
                <a:solidFill>
                  <a:srgbClr val="416180"/>
                </a:solidFill>
                <a:latin typeface="Barlow Condensed" pitchFamily="34" charset="0"/>
                <a:ea typeface="Barlow Condensed" pitchFamily="34" charset="-122"/>
                <a:cs typeface="Barlow Condensed" pitchFamily="34" charset="-120"/>
              </a:rPr>
              <a:t>EJERCICIO APLICADO · 15 MIN</a:t>
            </a:r>
            <a:endParaRPr lang="en-US" sz="1875" dirty="0"/>
          </a:p>
        </p:txBody>
      </p:sp>
      <p:sp>
        <p:nvSpPr>
          <p:cNvPr id="3" name="Text 1"/>
          <p:cNvSpPr/>
          <p:nvPr/>
        </p:nvSpPr>
        <p:spPr>
          <a:xfrm>
            <a:off x="952500" y="1302544"/>
            <a:ext cx="16240125"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Apliquen tres pilares a un problema real de su operación</a:t>
            </a:r>
            <a:endParaRPr lang="en-US" sz="5100" dirty="0"/>
          </a:p>
        </p:txBody>
      </p:sp>
      <p:sp>
        <p:nvSpPr>
          <p:cNvPr id="4" name="Shape 2"/>
          <p:cNvSpPr/>
          <p:nvPr/>
        </p:nvSpPr>
        <p:spPr>
          <a:xfrm>
            <a:off x="952500" y="3296126"/>
            <a:ext cx="16383000" cy="1295400"/>
          </a:xfrm>
          <a:prstGeom prst="rect">
            <a:avLst/>
          </a:prstGeom>
          <a:solidFill>
            <a:srgbClr val="F2F2F3"/>
          </a:solidFill>
          <a:ln w="7620">
            <a:solidFill>
              <a:srgbClr val="1F1F1F">
                <a:alpha val="16000"/>
              </a:srgbClr>
            </a:solidFill>
            <a:prstDash val="solid"/>
          </a:ln>
        </p:spPr>
        <p:txBody>
          <a:bodyPr/>
          <a:lstStyle/>
          <a:p>
            <a:endParaRPr lang="en-US"/>
          </a:p>
        </p:txBody>
      </p:sp>
      <p:sp>
        <p:nvSpPr>
          <p:cNvPr id="5" name="Text 3"/>
          <p:cNvSpPr/>
          <p:nvPr/>
        </p:nvSpPr>
        <p:spPr>
          <a:xfrm>
            <a:off x="1303020" y="3589496"/>
            <a:ext cx="201573"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1</a:t>
            </a:r>
            <a:endParaRPr lang="en-US" sz="3600" dirty="0"/>
          </a:p>
        </p:txBody>
      </p:sp>
      <p:sp>
        <p:nvSpPr>
          <p:cNvPr id="6" name="Text 4"/>
          <p:cNvSpPr/>
          <p:nvPr/>
        </p:nvSpPr>
        <p:spPr>
          <a:xfrm>
            <a:off x="1714143" y="3729752"/>
            <a:ext cx="1049046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dirty="0">
                <a:solidFill>
                  <a:srgbClr val="1D1F20"/>
                </a:solidFill>
                <a:latin typeface="Barlow" pitchFamily="34" charset="0"/>
                <a:ea typeface="Barlow" pitchFamily="34" charset="-122"/>
                <a:cs typeface="Barlow" pitchFamily="34" charset="-120"/>
              </a:rPr>
              <a:t>En equipos de 2 o 3, elijan un problema real y recurrente de su operación </a:t>
            </a:r>
            <a:r>
              <a:rPr lang="en-US" sz="2175" b="1" dirty="0">
                <a:solidFill>
                  <a:srgbClr val="1D1F20"/>
                </a:solidFill>
                <a:latin typeface="Barlow" pitchFamily="34" charset="0"/>
                <a:ea typeface="Barlow" pitchFamily="34" charset="-122"/>
                <a:cs typeface="Barlow" pitchFamily="34" charset="-120"/>
              </a:rPr>
              <a:t>(5 min)</a:t>
            </a:r>
            <a:r>
              <a:rPr lang="en-US" sz="2175" dirty="0">
                <a:solidFill>
                  <a:srgbClr val="1D1F20"/>
                </a:solidFill>
                <a:latin typeface="Barlow" pitchFamily="34" charset="0"/>
                <a:ea typeface="Barlow" pitchFamily="34" charset="-122"/>
                <a:cs typeface="Barlow" pitchFamily="34" charset="-120"/>
              </a:rPr>
              <a:t>.</a:t>
            </a:r>
            <a:endParaRPr lang="en-US" sz="2175" dirty="0"/>
          </a:p>
        </p:txBody>
      </p:sp>
      <p:sp>
        <p:nvSpPr>
          <p:cNvPr id="7" name="Shape 5"/>
          <p:cNvSpPr/>
          <p:nvPr/>
        </p:nvSpPr>
        <p:spPr>
          <a:xfrm>
            <a:off x="952500" y="4839176"/>
            <a:ext cx="16383000" cy="2407920"/>
          </a:xfrm>
          <a:prstGeom prst="rect">
            <a:avLst/>
          </a:prstGeom>
          <a:solidFill>
            <a:srgbClr val="F2F2F3"/>
          </a:solidFill>
          <a:ln w="7620">
            <a:solidFill>
              <a:srgbClr val="1F1F1F">
                <a:alpha val="16000"/>
              </a:srgbClr>
            </a:solidFill>
            <a:prstDash val="solid"/>
          </a:ln>
        </p:spPr>
        <p:txBody>
          <a:bodyPr/>
          <a:lstStyle/>
          <a:p>
            <a:endParaRPr lang="en-US"/>
          </a:p>
        </p:txBody>
      </p:sp>
      <p:sp>
        <p:nvSpPr>
          <p:cNvPr id="8" name="Text 6"/>
          <p:cNvSpPr/>
          <p:nvPr/>
        </p:nvSpPr>
        <p:spPr>
          <a:xfrm>
            <a:off x="1303020" y="5132547"/>
            <a:ext cx="27051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2</a:t>
            </a:r>
            <a:endParaRPr lang="en-US" sz="3600" dirty="0"/>
          </a:p>
        </p:txBody>
      </p:sp>
      <p:sp>
        <p:nvSpPr>
          <p:cNvPr id="9" name="Text 7"/>
          <p:cNvSpPr/>
          <p:nvPr/>
        </p:nvSpPr>
        <p:spPr>
          <a:xfrm>
            <a:off x="1783080" y="5132547"/>
            <a:ext cx="11519749"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dirty="0">
                <a:solidFill>
                  <a:srgbClr val="1D1F20"/>
                </a:solidFill>
                <a:latin typeface="Barlow" pitchFamily="34" charset="0"/>
                <a:ea typeface="Barlow" pitchFamily="34" charset="-122"/>
                <a:cs typeface="Barlow" pitchFamily="34" charset="-120"/>
              </a:rPr>
              <a:t>Respondan tres preguntas sobre ese problema </a:t>
            </a:r>
            <a:r>
              <a:rPr lang="en-US" sz="2175" b="1" dirty="0">
                <a:solidFill>
                  <a:srgbClr val="1D1F20"/>
                </a:solidFill>
                <a:latin typeface="Barlow" pitchFamily="34" charset="0"/>
                <a:ea typeface="Barlow" pitchFamily="34" charset="-122"/>
                <a:cs typeface="Barlow" pitchFamily="34" charset="-120"/>
              </a:rPr>
              <a:t>(5 min)</a:t>
            </a:r>
            <a:r>
              <a:rPr lang="en-US" sz="2175" dirty="0">
                <a:solidFill>
                  <a:srgbClr val="1D1F20"/>
                </a:solidFill>
                <a:latin typeface="Barlow" pitchFamily="34" charset="0"/>
                <a:ea typeface="Barlow" pitchFamily="34" charset="-122"/>
                <a:cs typeface="Barlow" pitchFamily="34" charset="-120"/>
              </a:rPr>
              <a:t>:</a:t>
            </a:r>
            <a:endParaRPr lang="en-US" sz="2175" dirty="0"/>
          </a:p>
        </p:txBody>
      </p:sp>
      <p:sp>
        <p:nvSpPr>
          <p:cNvPr id="10" name="Text 8"/>
          <p:cNvSpPr/>
          <p:nvPr/>
        </p:nvSpPr>
        <p:spPr>
          <a:xfrm>
            <a:off x="1783080" y="5655945"/>
            <a:ext cx="11519749"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Realidad — ¿qué saben de primera mano, y qué solo les han reportado?</a:t>
            </a:r>
            <a:endParaRPr lang="en-US" sz="1875" dirty="0"/>
          </a:p>
        </p:txBody>
      </p:sp>
      <p:sp>
        <p:nvSpPr>
          <p:cNvPr id="11" name="Text 9"/>
          <p:cNvSpPr/>
          <p:nvPr/>
        </p:nvSpPr>
        <p:spPr>
          <a:xfrm>
            <a:off x="1783080" y="6120289"/>
            <a:ext cx="11519749"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Problema correcto — si lo resolvieran como se propone hoy, ¿desaparecería o solo cambiaría de forma?</a:t>
            </a:r>
            <a:endParaRPr lang="en-US" sz="1875" dirty="0"/>
          </a:p>
        </p:txBody>
      </p:sp>
      <p:sp>
        <p:nvSpPr>
          <p:cNvPr id="12" name="Text 10"/>
          <p:cNvSpPr/>
          <p:nvPr/>
        </p:nvSpPr>
        <p:spPr>
          <a:xfrm>
            <a:off x="1783080" y="6584632"/>
            <a:ext cx="11519749"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1D1F21">
                    <a:alpha val="55000"/>
                  </a:srgbClr>
                </a:solidFill>
                <a:latin typeface="Barlow" pitchFamily="34" charset="0"/>
                <a:ea typeface="Barlow" pitchFamily="34" charset="-122"/>
                <a:cs typeface="Barlow" pitchFamily="34" charset="-120"/>
              </a:rPr>
              <a:t>Alternativas — ¿cuál sería una segunda opción, distinta a la que ya está sobre la mesa?</a:t>
            </a:r>
            <a:endParaRPr lang="en-US" sz="1875" dirty="0"/>
          </a:p>
        </p:txBody>
      </p:sp>
      <p:sp>
        <p:nvSpPr>
          <p:cNvPr id="13" name="Shape 11"/>
          <p:cNvSpPr/>
          <p:nvPr/>
        </p:nvSpPr>
        <p:spPr>
          <a:xfrm>
            <a:off x="952500" y="7494747"/>
            <a:ext cx="16383000" cy="1295400"/>
          </a:xfrm>
          <a:prstGeom prst="rect">
            <a:avLst/>
          </a:prstGeom>
          <a:solidFill>
            <a:srgbClr val="F2F2F3"/>
          </a:solidFill>
          <a:ln w="7620">
            <a:solidFill>
              <a:srgbClr val="1F1F1F">
                <a:alpha val="16000"/>
              </a:srgbClr>
            </a:solidFill>
            <a:prstDash val="solid"/>
          </a:ln>
        </p:spPr>
        <p:txBody>
          <a:bodyPr/>
          <a:lstStyle/>
          <a:p>
            <a:endParaRPr lang="en-US"/>
          </a:p>
        </p:txBody>
      </p:sp>
      <p:sp>
        <p:nvSpPr>
          <p:cNvPr id="14" name="Text 12"/>
          <p:cNvSpPr/>
          <p:nvPr/>
        </p:nvSpPr>
        <p:spPr>
          <a:xfrm>
            <a:off x="1303020" y="7788116"/>
            <a:ext cx="270986"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416180"/>
                </a:solidFill>
                <a:latin typeface="Barlow Condensed" pitchFamily="34" charset="0"/>
                <a:ea typeface="Barlow Condensed" pitchFamily="34" charset="-122"/>
                <a:cs typeface="Barlow Condensed" pitchFamily="34" charset="-120"/>
              </a:rPr>
              <a:t>3</a:t>
            </a:r>
            <a:endParaRPr lang="en-US" sz="3600" dirty="0"/>
          </a:p>
        </p:txBody>
      </p:sp>
      <p:sp>
        <p:nvSpPr>
          <p:cNvPr id="15" name="Text 13"/>
          <p:cNvSpPr/>
          <p:nvPr/>
        </p:nvSpPr>
        <p:spPr>
          <a:xfrm>
            <a:off x="1783556" y="7928372"/>
            <a:ext cx="5740099"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dirty="0">
                <a:solidFill>
                  <a:srgbClr val="1D1F20"/>
                </a:solidFill>
                <a:latin typeface="Barlow" pitchFamily="34" charset="0"/>
                <a:ea typeface="Barlow" pitchFamily="34" charset="-122"/>
                <a:cs typeface="Barlow" pitchFamily="34" charset="-120"/>
              </a:rPr>
              <a:t>Compartan un hallazgo con el grupo </a:t>
            </a:r>
            <a:r>
              <a:rPr lang="en-US" sz="2175" b="1" dirty="0">
                <a:solidFill>
                  <a:srgbClr val="1D1F20"/>
                </a:solidFill>
                <a:latin typeface="Barlow" pitchFamily="34" charset="0"/>
                <a:ea typeface="Barlow" pitchFamily="34" charset="-122"/>
                <a:cs typeface="Barlow" pitchFamily="34" charset="-120"/>
              </a:rPr>
              <a:t>(5 min)</a:t>
            </a:r>
            <a:r>
              <a:rPr lang="en-US" sz="2175" dirty="0">
                <a:solidFill>
                  <a:srgbClr val="1D1F20"/>
                </a:solidFill>
                <a:latin typeface="Barlow" pitchFamily="34" charset="0"/>
                <a:ea typeface="Barlow" pitchFamily="34" charset="-122"/>
                <a:cs typeface="Barlow" pitchFamily="34" charset="-120"/>
              </a:rPr>
              <a:t>.</a:t>
            </a:r>
            <a:endParaRPr lang="en-US" sz="21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701A7-ACB3-8988-EA15-884BE4CA7F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7F1FC6-800C-A01D-3C45-ABDD43537B33}"/>
              </a:ext>
            </a:extLst>
          </p:cNvPr>
          <p:cNvSpPr/>
          <p:nvPr/>
        </p:nvSpPr>
        <p:spPr>
          <a:xfrm>
            <a:off x="952500" y="800100"/>
            <a:ext cx="1571625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Pensar bien no compite con usar IA</a:t>
            </a:r>
            <a:endParaRPr lang="en-US" sz="5100" dirty="0"/>
          </a:p>
        </p:txBody>
      </p:sp>
      <p:sp>
        <p:nvSpPr>
          <p:cNvPr id="3" name="Text 1">
            <a:extLst>
              <a:ext uri="{FF2B5EF4-FFF2-40B4-BE49-F238E27FC236}">
                <a16:creationId xmlns:a16="http://schemas.microsoft.com/office/drawing/2014/main" id="{7056B76C-0A81-F672-64A1-52618A088094}"/>
              </a:ext>
            </a:extLst>
          </p:cNvPr>
          <p:cNvSpPr/>
          <p:nvPr/>
        </p:nvSpPr>
        <p:spPr>
          <a:xfrm>
            <a:off x="952500" y="1734979"/>
            <a:ext cx="146685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pitchFamily="34" charset="0"/>
                <a:ea typeface="Barlow" pitchFamily="34" charset="-122"/>
                <a:cs typeface="Barlow" pitchFamily="34" charset="-120"/>
              </a:rPr>
              <a:t>Es la condición para usarla bien.</a:t>
            </a:r>
            <a:endParaRPr lang="en-US" sz="3600" dirty="0"/>
          </a:p>
        </p:txBody>
      </p:sp>
      <p:sp>
        <p:nvSpPr>
          <p:cNvPr id="5" name="Shape 3">
            <a:extLst>
              <a:ext uri="{FF2B5EF4-FFF2-40B4-BE49-F238E27FC236}">
                <a16:creationId xmlns:a16="http://schemas.microsoft.com/office/drawing/2014/main" id="{6FEF76D1-F3F5-E4F7-FF0E-B0B09F528B8D}"/>
              </a:ext>
            </a:extLst>
          </p:cNvPr>
          <p:cNvSpPr/>
          <p:nvPr/>
        </p:nvSpPr>
        <p:spPr>
          <a:xfrm>
            <a:off x="952500" y="8496300"/>
            <a:ext cx="1143000" cy="1143000"/>
          </a:xfrm>
          <a:prstGeom prst="ellipse">
            <a:avLst/>
          </a:prstGeom>
          <a:solidFill>
            <a:srgbClr val="000000">
              <a:alpha val="4000"/>
            </a:srgbClr>
          </a:solidFill>
          <a:ln/>
        </p:spPr>
        <p:txBody>
          <a:bodyPr/>
          <a:lstStyle/>
          <a:p>
            <a:endParaRPr lang="en-US"/>
          </a:p>
        </p:txBody>
      </p:sp>
      <p:pic>
        <p:nvPicPr>
          <p:cNvPr id="6" name="Image 0" descr="preencoded.png">
            <a:extLst>
              <a:ext uri="{FF2B5EF4-FFF2-40B4-BE49-F238E27FC236}">
                <a16:creationId xmlns:a16="http://schemas.microsoft.com/office/drawing/2014/main" id="{EE7C3224-5357-D63F-2840-0AEDC1B656EB}"/>
              </a:ext>
            </a:extLst>
          </p:cNvPr>
          <p:cNvPicPr>
            <a:picLocks noChangeAspect="1"/>
          </p:cNvPicPr>
          <p:nvPr/>
        </p:nvPicPr>
        <p:blipFill>
          <a:blip r:embed="rId3"/>
          <a:srcRect/>
          <a:stretch/>
        </p:blipFill>
        <p:spPr>
          <a:xfrm>
            <a:off x="952500" y="8496300"/>
            <a:ext cx="1143000" cy="1143000"/>
          </a:xfrm>
          <a:prstGeom prst="ellipse">
            <a:avLst/>
          </a:prstGeom>
        </p:spPr>
      </p:pic>
      <p:sp>
        <p:nvSpPr>
          <p:cNvPr id="7" name="Text 4">
            <a:extLst>
              <a:ext uri="{FF2B5EF4-FFF2-40B4-BE49-F238E27FC236}">
                <a16:creationId xmlns:a16="http://schemas.microsoft.com/office/drawing/2014/main" id="{DA08C6FE-A5DF-FB37-3387-513669C1F235}"/>
              </a:ext>
            </a:extLst>
          </p:cNvPr>
          <p:cNvSpPr/>
          <p:nvPr/>
        </p:nvSpPr>
        <p:spPr>
          <a:xfrm>
            <a:off x="2324100" y="8640604"/>
            <a:ext cx="806505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Omar Alejandro Sierra Escareño — NextGen OPEX Consulting</a:t>
            </a:r>
            <a:endParaRPr lang="en-US" sz="2175" dirty="0"/>
          </a:p>
        </p:txBody>
      </p:sp>
      <p:sp>
        <p:nvSpPr>
          <p:cNvPr id="8" name="Text 5">
            <a:extLst>
              <a:ext uri="{FF2B5EF4-FFF2-40B4-BE49-F238E27FC236}">
                <a16:creationId xmlns:a16="http://schemas.microsoft.com/office/drawing/2014/main" id="{DF8699FA-5894-3649-7A28-70C67FBF0EA1}"/>
              </a:ext>
            </a:extLst>
          </p:cNvPr>
          <p:cNvSpPr/>
          <p:nvPr/>
        </p:nvSpPr>
        <p:spPr>
          <a:xfrm>
            <a:off x="2324100" y="9125903"/>
            <a:ext cx="806505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416180"/>
                </a:solidFill>
                <a:latin typeface="Barlow" pitchFamily="34" charset="0"/>
                <a:ea typeface="Barlow" pitchFamily="34" charset="-122"/>
                <a:cs typeface="Barlow" pitchFamily="34" charset="-120"/>
              </a:rPr>
              <a:t>www.nextgenopexco.com · linkedin.com/in/omar-sierra-opex</a:t>
            </a:r>
            <a:endParaRPr lang="en-US" sz="1875" dirty="0"/>
          </a:p>
        </p:txBody>
      </p:sp>
      <p:sp>
        <p:nvSpPr>
          <p:cNvPr id="9" name="Shape 6">
            <a:extLst>
              <a:ext uri="{FF2B5EF4-FFF2-40B4-BE49-F238E27FC236}">
                <a16:creationId xmlns:a16="http://schemas.microsoft.com/office/drawing/2014/main" id="{9095E2F0-D4FB-84B0-6589-C8836DAA0B75}"/>
              </a:ext>
            </a:extLst>
          </p:cNvPr>
          <p:cNvSpPr/>
          <p:nvPr/>
        </p:nvSpPr>
        <p:spPr>
          <a:xfrm>
            <a:off x="14859000" y="9601200"/>
            <a:ext cx="2476500" cy="38100"/>
          </a:xfrm>
          <a:prstGeom prst="rect">
            <a:avLst/>
          </a:prstGeom>
          <a:solidFill>
            <a:srgbClr val="5980A6"/>
          </a:solidFill>
          <a:ln/>
        </p:spPr>
        <p:txBody>
          <a:bodyPr/>
          <a:lstStyle/>
          <a:p>
            <a:endParaRPr lang="en-US"/>
          </a:p>
        </p:txBody>
      </p:sp>
      <p:pic>
        <p:nvPicPr>
          <p:cNvPr id="11" name="Imagen 10">
            <a:extLst>
              <a:ext uri="{FF2B5EF4-FFF2-40B4-BE49-F238E27FC236}">
                <a16:creationId xmlns:a16="http://schemas.microsoft.com/office/drawing/2014/main" id="{2375B503-80AD-063C-D62E-74F8BD121312}"/>
              </a:ext>
            </a:extLst>
          </p:cNvPr>
          <p:cNvPicPr>
            <a:picLocks noChangeAspect="1"/>
          </p:cNvPicPr>
          <p:nvPr/>
        </p:nvPicPr>
        <p:blipFill>
          <a:blip r:embed="rId4">
            <a:clrChange>
              <a:clrFrom>
                <a:srgbClr val="FEFEFE"/>
              </a:clrFrom>
              <a:clrTo>
                <a:srgbClr val="FEFEFE">
                  <a:alpha val="0"/>
                </a:srgbClr>
              </a:clrTo>
            </a:clrChange>
          </a:blip>
          <a:stretch>
            <a:fillRect/>
          </a:stretch>
        </p:blipFill>
        <p:spPr>
          <a:xfrm>
            <a:off x="12021991" y="7332618"/>
            <a:ext cx="5161110" cy="2154282"/>
          </a:xfrm>
          <a:prstGeom prst="rect">
            <a:avLst/>
          </a:prstGeom>
        </p:spPr>
      </p:pic>
    </p:spTree>
    <p:extLst>
      <p:ext uri="{BB962C8B-B14F-4D97-AF65-F5344CB8AC3E}">
        <p14:creationId xmlns:p14="http://schemas.microsoft.com/office/powerpoint/2010/main" val="18340190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00100"/>
            <a:ext cx="15716250" cy="763429"/>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5100" b="1" kern="0" spc="-76" dirty="0">
                <a:solidFill>
                  <a:srgbClr val="1D1F20"/>
                </a:solidFill>
                <a:latin typeface="Barlow Condensed" pitchFamily="34" charset="0"/>
                <a:ea typeface="Barlow Condensed" pitchFamily="34" charset="-122"/>
                <a:cs typeface="Barlow Condensed" pitchFamily="34" charset="-120"/>
              </a:rPr>
              <a:t>Pensar bien no compite con usar IA</a:t>
            </a:r>
            <a:endParaRPr lang="en-US" sz="5100" dirty="0"/>
          </a:p>
        </p:txBody>
      </p:sp>
      <p:sp>
        <p:nvSpPr>
          <p:cNvPr id="3" name="Text 1"/>
          <p:cNvSpPr/>
          <p:nvPr/>
        </p:nvSpPr>
        <p:spPr>
          <a:xfrm>
            <a:off x="952500" y="1734979"/>
            <a:ext cx="14668500" cy="746760"/>
          </a:xfrm>
          <a:prstGeom prst="rect">
            <a:avLst/>
          </a:prstGeom>
          <a:noFill/>
          <a:ln/>
        </p:spPr>
        <p:txBody>
          <a:bodyPr wrap="square" lIns="25400" tIns="25400" rIns="25400" bIns="25400" rtlCol="0" anchor="t">
            <a:normAutofit/>
          </a:bodyPr>
          <a:lstStyle/>
          <a:p>
            <a:pPr marL="0" indent="0" algn="l">
              <a:lnSpc>
                <a:spcPct val="129167"/>
              </a:lnSpc>
              <a:buNone/>
            </a:pPr>
            <a:r>
              <a:rPr lang="en-US" sz="3600" b="1" dirty="0">
                <a:solidFill>
                  <a:srgbClr val="2C455D"/>
                </a:solidFill>
                <a:latin typeface="Barlow" pitchFamily="34" charset="0"/>
                <a:ea typeface="Barlow" pitchFamily="34" charset="-122"/>
                <a:cs typeface="Barlow" pitchFamily="34" charset="-120"/>
              </a:rPr>
              <a:t>Es la condición para usarla bien.</a:t>
            </a:r>
            <a:endParaRPr lang="en-US" sz="3600" dirty="0"/>
          </a:p>
        </p:txBody>
      </p:sp>
      <p:sp>
        <p:nvSpPr>
          <p:cNvPr id="4" name="Text 2"/>
          <p:cNvSpPr/>
          <p:nvPr/>
        </p:nvSpPr>
        <p:spPr>
          <a:xfrm>
            <a:off x="952500" y="4938475"/>
            <a:ext cx="14225588" cy="1101090"/>
          </a:xfrm>
          <a:prstGeom prst="rect">
            <a:avLst/>
          </a:prstGeom>
          <a:noFill/>
          <a:ln/>
        </p:spPr>
        <p:txBody>
          <a:bodyPr wrap="square" lIns="25400" tIns="25400" rIns="25400" bIns="25400" rtlCol="0" anchor="t">
            <a:normAutofit/>
          </a:bodyPr>
          <a:lstStyle/>
          <a:p>
            <a:pPr marL="0" indent="0" algn="l">
              <a:lnSpc>
                <a:spcPct val="129167"/>
              </a:lnSpc>
              <a:buNone/>
            </a:pPr>
            <a:r>
              <a:rPr lang="en-US" sz="2700" dirty="0">
                <a:solidFill>
                  <a:srgbClr val="1D1F21">
                    <a:alpha val="55000"/>
                  </a:srgbClr>
                </a:solidFill>
                <a:latin typeface="Barlow" pitchFamily="34" charset="0"/>
                <a:ea typeface="Barlow" pitchFamily="34" charset="-122"/>
                <a:cs typeface="Barlow" pitchFamily="34" charset="-120"/>
              </a:rPr>
              <a:t>Si quieren llevar los ocho pilares de PCA™ a su equipo completo — taller extendido, entrenamiento a facilitadores o consultoría NOS™ — con gusto seguimos la conversación.</a:t>
            </a:r>
            <a:endParaRPr lang="en-US" sz="2700" dirty="0"/>
          </a:p>
        </p:txBody>
      </p:sp>
      <p:sp>
        <p:nvSpPr>
          <p:cNvPr id="5" name="Shape 3"/>
          <p:cNvSpPr/>
          <p:nvPr/>
        </p:nvSpPr>
        <p:spPr>
          <a:xfrm>
            <a:off x="952500" y="8496300"/>
            <a:ext cx="1143000" cy="1143000"/>
          </a:xfrm>
          <a:prstGeom prst="ellipse">
            <a:avLst/>
          </a:prstGeom>
          <a:solidFill>
            <a:srgbClr val="000000">
              <a:alpha val="4000"/>
            </a:srgbClr>
          </a:solidFill>
          <a:ln/>
        </p:spPr>
        <p:txBody>
          <a:bodyPr/>
          <a:lstStyle/>
          <a:p>
            <a:endParaRPr lang="en-US"/>
          </a:p>
        </p:txBody>
      </p:sp>
      <p:pic>
        <p:nvPicPr>
          <p:cNvPr id="6" name="Image 0" descr="preencoded.png"/>
          <p:cNvPicPr>
            <a:picLocks noChangeAspect="1"/>
          </p:cNvPicPr>
          <p:nvPr/>
        </p:nvPicPr>
        <p:blipFill>
          <a:blip r:embed="rId3"/>
          <a:srcRect/>
          <a:stretch/>
        </p:blipFill>
        <p:spPr>
          <a:xfrm>
            <a:off x="952500" y="8496300"/>
            <a:ext cx="1143000" cy="1143000"/>
          </a:xfrm>
          <a:prstGeom prst="ellipse">
            <a:avLst/>
          </a:prstGeom>
        </p:spPr>
      </p:pic>
      <p:sp>
        <p:nvSpPr>
          <p:cNvPr id="7" name="Text 4"/>
          <p:cNvSpPr/>
          <p:nvPr/>
        </p:nvSpPr>
        <p:spPr>
          <a:xfrm>
            <a:off x="2324100" y="8640604"/>
            <a:ext cx="8065056" cy="466249"/>
          </a:xfrm>
          <a:prstGeom prst="rect">
            <a:avLst/>
          </a:prstGeom>
          <a:noFill/>
          <a:ln/>
        </p:spPr>
        <p:txBody>
          <a:bodyPr wrap="square" lIns="25400" tIns="25400" rIns="25400" bIns="25400" rtlCol="0" anchor="t">
            <a:normAutofit/>
          </a:bodyPr>
          <a:lstStyle/>
          <a:p>
            <a:pPr marL="0" indent="0" algn="l">
              <a:lnSpc>
                <a:spcPct val="130669"/>
              </a:lnSpc>
              <a:buNone/>
            </a:pPr>
            <a:r>
              <a:rPr lang="en-US" sz="2175" b="1" dirty="0">
                <a:solidFill>
                  <a:srgbClr val="1D1F20"/>
                </a:solidFill>
                <a:latin typeface="Barlow" pitchFamily="34" charset="0"/>
                <a:ea typeface="Barlow" pitchFamily="34" charset="-122"/>
                <a:cs typeface="Barlow" pitchFamily="34" charset="-120"/>
              </a:rPr>
              <a:t>Omar Alejandro Sierra Escareño — NextGen OPEX Consulting</a:t>
            </a:r>
            <a:endParaRPr lang="en-US" sz="2175" dirty="0"/>
          </a:p>
        </p:txBody>
      </p:sp>
      <p:sp>
        <p:nvSpPr>
          <p:cNvPr id="8" name="Text 5"/>
          <p:cNvSpPr/>
          <p:nvPr/>
        </p:nvSpPr>
        <p:spPr>
          <a:xfrm>
            <a:off x="2324100" y="9125903"/>
            <a:ext cx="8065056" cy="407194"/>
          </a:xfrm>
          <a:prstGeom prst="rect">
            <a:avLst/>
          </a:prstGeom>
          <a:noFill/>
          <a:ln/>
        </p:spPr>
        <p:txBody>
          <a:bodyPr wrap="square" lIns="25400" tIns="25400" rIns="25400" bIns="25400" rtlCol="0" anchor="t">
            <a:normAutofit/>
          </a:bodyPr>
          <a:lstStyle/>
          <a:p>
            <a:pPr marL="0" indent="0" algn="l">
              <a:lnSpc>
                <a:spcPct val="130912"/>
              </a:lnSpc>
              <a:buNone/>
            </a:pPr>
            <a:r>
              <a:rPr lang="en-US" sz="1875" dirty="0">
                <a:solidFill>
                  <a:srgbClr val="416180"/>
                </a:solidFill>
                <a:latin typeface="Barlow" pitchFamily="34" charset="0"/>
                <a:ea typeface="Barlow" pitchFamily="34" charset="-122"/>
                <a:cs typeface="Barlow" pitchFamily="34" charset="-120"/>
              </a:rPr>
              <a:t>www.nextgenopexco.com · linkedin.com/in/omar-sierra-opex</a:t>
            </a:r>
            <a:endParaRPr lang="en-US" sz="1875" dirty="0"/>
          </a:p>
        </p:txBody>
      </p:sp>
      <p:sp>
        <p:nvSpPr>
          <p:cNvPr id="9" name="Shape 6"/>
          <p:cNvSpPr/>
          <p:nvPr/>
        </p:nvSpPr>
        <p:spPr>
          <a:xfrm>
            <a:off x="14859000" y="9601200"/>
            <a:ext cx="2476500" cy="38100"/>
          </a:xfrm>
          <a:prstGeom prst="rect">
            <a:avLst/>
          </a:prstGeom>
          <a:solidFill>
            <a:srgbClr val="5980A6"/>
          </a:solidFill>
          <a:ln/>
        </p:spPr>
        <p:txBody>
          <a:bodyPr/>
          <a:lstStyle/>
          <a:p>
            <a:endParaRPr lang="en-US"/>
          </a:p>
        </p:txBody>
      </p:sp>
      <p:pic>
        <p:nvPicPr>
          <p:cNvPr id="11" name="Imagen 10">
            <a:extLst>
              <a:ext uri="{FF2B5EF4-FFF2-40B4-BE49-F238E27FC236}">
                <a16:creationId xmlns:a16="http://schemas.microsoft.com/office/drawing/2014/main" id="{9685D32D-20B8-A4C5-3E26-10FF545A316E}"/>
              </a:ext>
            </a:extLst>
          </p:cNvPr>
          <p:cNvPicPr>
            <a:picLocks noChangeAspect="1"/>
          </p:cNvPicPr>
          <p:nvPr/>
        </p:nvPicPr>
        <p:blipFill>
          <a:blip r:embed="rId4">
            <a:clrChange>
              <a:clrFrom>
                <a:srgbClr val="FEFEFE"/>
              </a:clrFrom>
              <a:clrTo>
                <a:srgbClr val="FEFEFE">
                  <a:alpha val="0"/>
                </a:srgbClr>
              </a:clrTo>
            </a:clrChange>
          </a:blip>
          <a:stretch>
            <a:fillRect/>
          </a:stretch>
        </p:blipFill>
        <p:spPr>
          <a:xfrm>
            <a:off x="12021991" y="7332618"/>
            <a:ext cx="5161110" cy="215428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4764</Words>
  <Application>Microsoft Office PowerPoint</Application>
  <PresentationFormat>Personalizado</PresentationFormat>
  <Paragraphs>360</Paragraphs>
  <Slides>43</Slides>
  <Notes>43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43</vt:i4>
      </vt:variant>
    </vt:vector>
  </HeadingPairs>
  <TitlesOfParts>
    <vt:vector size="48" baseType="lpstr">
      <vt:lpstr>Arial</vt:lpstr>
      <vt:lpstr>Barlow</vt:lpstr>
      <vt:lpstr>Barlow Condensed</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Omar Sierra</cp:lastModifiedBy>
  <cp:revision>1</cp:revision>
  <dcterms:created xsi:type="dcterms:W3CDTF">2026-07-14T18:19:22Z</dcterms:created>
  <dcterms:modified xsi:type="dcterms:W3CDTF">2026-07-14T19:07:41Z</dcterms:modified>
</cp:coreProperties>
</file>